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8" r:id="rId3"/>
    <p:sldId id="274" r:id="rId4"/>
    <p:sldId id="257" r:id="rId5"/>
    <p:sldId id="304" r:id="rId6"/>
    <p:sldId id="260" r:id="rId7"/>
    <p:sldId id="305" r:id="rId8"/>
    <p:sldId id="307" r:id="rId9"/>
    <p:sldId id="276" r:id="rId10"/>
    <p:sldId id="309" r:id="rId11"/>
    <p:sldId id="308" r:id="rId12"/>
    <p:sldId id="306" r:id="rId13"/>
    <p:sldId id="311" r:id="rId14"/>
  </p:sldIdLst>
  <p:sldSz cx="9144000" cy="5143500" type="screen16x9"/>
  <p:notesSz cx="6858000" cy="9144000"/>
  <p:embeddedFontLst>
    <p:embeddedFont>
      <p:font typeface="Archivo" panose="020B0604020202020204" charset="0"/>
      <p:regular r:id="rId16"/>
      <p:bold r:id="rId17"/>
      <p:italic r:id="rId18"/>
      <p:boldItalic r:id="rId19"/>
    </p:embeddedFont>
    <p:embeddedFont>
      <p:font typeface="Catamaran" panose="020B0604020202020204" charset="0"/>
      <p:regular r:id="rId20"/>
      <p:bold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Nunito Light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245"/>
    <a:srgbClr val="BFB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BA7A8-C909-C1C7-CC66-AC03744D8005}" v="69" dt="2025-10-07T22:25:10.901"/>
    <p1510:client id="{304A1DAC-03B6-45AF-C4D8-6C2E100F99A8}" v="679" dt="2025-10-07T21:42:12.401"/>
    <p1510:client id="{63C94621-D820-9187-40CB-B48645B365F8}" v="2" dt="2025-10-07T23:38:48.657"/>
    <p1510:client id="{714C1287-1057-75A7-02D0-BE46DAA87AFB}" v="336" dt="2025-10-06T23:58:46.116"/>
    <p1510:client id="{99E98DC3-51F4-8314-91A2-8FCF1F4B5E7A}" v="433" dt="2025-10-07T23:36:48.586"/>
    <p1510:client id="{9C970D0E-793C-9A70-1002-00A067B685F1}" v="10" dt="2025-10-07T23:40:47.141"/>
    <p1510:client id="{BA69BF5A-D53B-601C-47A9-782329330A53}" v="22" dt="2025-10-07T22:41:27.683"/>
    <p1510:client id="{FA41C125-D638-0289-B878-D2CD6B18B53A}" v="2" dt="2025-10-07T17:42:58.698"/>
  </p1510:revLst>
</p1510:revInfo>
</file>

<file path=ppt/tableStyles.xml><?xml version="1.0" encoding="utf-8"?>
<a:tblStyleLst xmlns:a="http://schemas.openxmlformats.org/drawingml/2006/main" def="{A3CA7308-D19E-497E-B02C-0A312454DCB4}">
  <a:tblStyle styleId="{A3CA7308-D19E-497E-B02C-0A312454DC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>
          <a:extLst>
            <a:ext uri="{FF2B5EF4-FFF2-40B4-BE49-F238E27FC236}">
              <a16:creationId xmlns:a16="http://schemas.microsoft.com/office/drawing/2014/main" id="{E945792E-7DA8-8962-8B28-C55B706F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133f6155f6d_0_3:notes">
            <a:extLst>
              <a:ext uri="{FF2B5EF4-FFF2-40B4-BE49-F238E27FC236}">
                <a16:creationId xmlns:a16="http://schemas.microsoft.com/office/drawing/2014/main" id="{1C7ED7B3-C383-4F44-1B4A-68D79125C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133f6155f6d_0_3:notes">
            <a:extLst>
              <a:ext uri="{FF2B5EF4-FFF2-40B4-BE49-F238E27FC236}">
                <a16:creationId xmlns:a16="http://schemas.microsoft.com/office/drawing/2014/main" id="{40D31350-BC49-5E32-9001-8009E2BC8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278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>
          <a:extLst>
            <a:ext uri="{FF2B5EF4-FFF2-40B4-BE49-F238E27FC236}">
              <a16:creationId xmlns:a16="http://schemas.microsoft.com/office/drawing/2014/main" id="{5297E03D-F1CF-4316-F24A-68E96DB0C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33f6155f6d_0_30:notes">
            <a:extLst>
              <a:ext uri="{FF2B5EF4-FFF2-40B4-BE49-F238E27FC236}">
                <a16:creationId xmlns:a16="http://schemas.microsoft.com/office/drawing/2014/main" id="{83642AD1-3821-A803-72EE-B884C39CC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133f6155f6d_0_30:notes">
            <a:extLst>
              <a:ext uri="{FF2B5EF4-FFF2-40B4-BE49-F238E27FC236}">
                <a16:creationId xmlns:a16="http://schemas.microsoft.com/office/drawing/2014/main" id="{A2EA0118-DE0F-B47B-DCB2-5398F7D70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5110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113dfeee94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113dfeee94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>
          <a:extLst>
            <a:ext uri="{FF2B5EF4-FFF2-40B4-BE49-F238E27FC236}">
              <a16:creationId xmlns:a16="http://schemas.microsoft.com/office/drawing/2014/main" id="{756C562A-3CF9-0365-6A18-ECC1A6F84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133f6155f6d_0_3:notes">
            <a:extLst>
              <a:ext uri="{FF2B5EF4-FFF2-40B4-BE49-F238E27FC236}">
                <a16:creationId xmlns:a16="http://schemas.microsoft.com/office/drawing/2014/main" id="{18A83E92-62B5-6AAE-5B1A-6EFDAA1D4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133f6155f6d_0_3:notes">
            <a:extLst>
              <a:ext uri="{FF2B5EF4-FFF2-40B4-BE49-F238E27FC236}">
                <a16:creationId xmlns:a16="http://schemas.microsoft.com/office/drawing/2014/main" id="{94265FF5-B025-6C8A-8637-4423BD33A8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893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05532" y="-719250"/>
            <a:ext cx="9990882" cy="6050606"/>
            <a:chOff x="-505532" y="-719250"/>
            <a:chExt cx="9990882" cy="605060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6509552" y="-719250"/>
              <a:ext cx="2975798" cy="2392650"/>
              <a:chOff x="4418377" y="-851325"/>
              <a:chExt cx="2975798" cy="2392650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2" name="Google Shape;12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" name="Google Shape;13;p2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5" name="Google Shape;15;p2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8" name="Google Shape;18;p2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22" name="Google Shape;22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4" name="Google Shape;24;p2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" name="Google Shape;26;p2"/>
              <p:cNvCxnSpPr>
                <a:stCxn id="12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>
                <a:stCxn id="22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>
                <a:stCxn id="19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>
                <a:stCxn id="16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>
                <a:stCxn id="22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" name="Google Shape;31;p2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" name="Google Shape;32;p2"/>
              <p:cNvCxnSpPr>
                <a:stCxn id="16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" name="Google Shape;33;p2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418377" y="472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-505532" y="4226447"/>
              <a:ext cx="3290857" cy="1104909"/>
              <a:chOff x="-505532" y="4226447"/>
              <a:chExt cx="3290857" cy="1104909"/>
            </a:xfrm>
          </p:grpSpPr>
          <p:cxnSp>
            <p:nvCxnSpPr>
              <p:cNvPr id="36" name="Google Shape;36;p2"/>
              <p:cNvCxnSpPr>
                <a:stCxn id="37" idx="3"/>
                <a:endCxn id="38" idx="0"/>
              </p:cNvCxnSpPr>
              <p:nvPr/>
            </p:nvCxnSpPr>
            <p:spPr>
              <a:xfrm>
                <a:off x="1223400" y="4747104"/>
                <a:ext cx="128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" name="Google Shape;38;p2"/>
              <p:cNvSpPr/>
              <p:nvPr/>
            </p:nvSpPr>
            <p:spPr>
              <a:xfrm rot="10800000">
                <a:off x="2511725" y="4628451"/>
                <a:ext cx="273600" cy="2373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9" name="Google Shape;39;p2"/>
              <p:cNvGrpSpPr/>
              <p:nvPr/>
            </p:nvGrpSpPr>
            <p:grpSpPr>
              <a:xfrm rot="10800000">
                <a:off x="-505532" y="4536684"/>
                <a:ext cx="917499" cy="794671"/>
                <a:chOff x="8022925" y="186250"/>
                <a:chExt cx="815700" cy="706500"/>
              </a:xfrm>
            </p:grpSpPr>
            <p:sp>
              <p:nvSpPr>
                <p:cNvPr id="40" name="Google Shape;40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2" name="Google Shape;42;p2"/>
              <p:cNvGrpSpPr/>
              <p:nvPr/>
            </p:nvGrpSpPr>
            <p:grpSpPr>
              <a:xfrm rot="10800000">
                <a:off x="635607" y="4492552"/>
                <a:ext cx="587793" cy="509104"/>
                <a:chOff x="8022925" y="186250"/>
                <a:chExt cx="815700" cy="706500"/>
              </a:xfrm>
            </p:grpSpPr>
            <p:sp>
              <p:nvSpPr>
                <p:cNvPr id="37" name="Google Shape;37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4" name="Google Shape;44;p2"/>
              <p:cNvSpPr/>
              <p:nvPr/>
            </p:nvSpPr>
            <p:spPr>
              <a:xfrm rot="10800000">
                <a:off x="257863" y="4226447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" name="Google Shape;45;p2"/>
              <p:cNvCxnSpPr>
                <a:stCxn id="37" idx="0"/>
              </p:cNvCxnSpPr>
              <p:nvPr/>
            </p:nvCxnSpPr>
            <p:spPr>
              <a:xfrm rot="10800000">
                <a:off x="481107" y="4747104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" name="Google Shape;46;p2"/>
              <p:cNvCxnSpPr>
                <a:stCxn id="40" idx="3"/>
              </p:cNvCxnSpPr>
              <p:nvPr/>
            </p:nvCxnSpPr>
            <p:spPr>
              <a:xfrm rot="10800000" flipH="1">
                <a:off x="411967" y="474652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7" name="Google Shape;47;p2"/>
            <p:cNvGrpSpPr/>
            <p:nvPr/>
          </p:nvGrpSpPr>
          <p:grpSpPr>
            <a:xfrm rot="10800000" flipH="1">
              <a:off x="148990" y="168600"/>
              <a:ext cx="1128460" cy="989200"/>
              <a:chOff x="-50110" y="3536450"/>
              <a:chExt cx="1128460" cy="989200"/>
            </a:xfrm>
          </p:grpSpPr>
          <p:grpSp>
            <p:nvGrpSpPr>
              <p:cNvPr id="48" name="Google Shape;48;p2"/>
              <p:cNvGrpSpPr/>
              <p:nvPr/>
            </p:nvGrpSpPr>
            <p:grpSpPr>
              <a:xfrm rot="10800000">
                <a:off x="87357" y="3968427"/>
                <a:ext cx="587793" cy="509104"/>
                <a:chOff x="8022925" y="186250"/>
                <a:chExt cx="815700" cy="706500"/>
              </a:xfrm>
            </p:grpSpPr>
            <p:sp>
              <p:nvSpPr>
                <p:cNvPr id="49" name="Google Shape;49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1" name="Google Shape;51;p2"/>
              <p:cNvSpPr/>
              <p:nvPr/>
            </p:nvSpPr>
            <p:spPr>
              <a:xfrm rot="10800000">
                <a:off x="163378" y="44233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" name="Google Shape;52;p2"/>
              <p:cNvCxnSpPr>
                <a:stCxn id="49" idx="3"/>
              </p:cNvCxnSpPr>
              <p:nvPr/>
            </p:nvCxnSpPr>
            <p:spPr>
              <a:xfrm>
                <a:off x="675150" y="4222979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" name="Google Shape;53;p2"/>
              <p:cNvCxnSpPr>
                <a:stCxn id="49" idx="1"/>
              </p:cNvCxnSpPr>
              <p:nvPr/>
            </p:nvCxnSpPr>
            <p:spPr>
              <a:xfrm rot="10800000">
                <a:off x="-11567" y="3576627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" name="Google Shape;54;p2"/>
              <p:cNvSpPr/>
              <p:nvPr/>
            </p:nvSpPr>
            <p:spPr>
              <a:xfrm rot="10800000">
                <a:off x="-50110" y="353645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5" name="Google Shape;55;p2"/>
          <p:cNvSpPr>
            <a:spLocks noGrp="1"/>
          </p:cNvSpPr>
          <p:nvPr>
            <p:ph type="pic" idx="2"/>
          </p:nvPr>
        </p:nvSpPr>
        <p:spPr>
          <a:xfrm>
            <a:off x="4934775" y="803775"/>
            <a:ext cx="3470400" cy="3390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"/>
          <p:cNvSpPr txBox="1">
            <a:spLocks noGrp="1"/>
          </p:cNvSpPr>
          <p:nvPr>
            <p:ph type="ctrTitle"/>
          </p:nvPr>
        </p:nvSpPr>
        <p:spPr>
          <a:xfrm>
            <a:off x="713225" y="957800"/>
            <a:ext cx="4221600" cy="27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subTitle" idx="1"/>
          </p:nvPr>
        </p:nvSpPr>
        <p:spPr>
          <a:xfrm>
            <a:off x="713288" y="3586302"/>
            <a:ext cx="4221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3"/>
          <p:cNvGrpSpPr/>
          <p:nvPr/>
        </p:nvGrpSpPr>
        <p:grpSpPr>
          <a:xfrm>
            <a:off x="-319453" y="-917150"/>
            <a:ext cx="9860391" cy="5957900"/>
            <a:chOff x="-319453" y="-917150"/>
            <a:chExt cx="9860391" cy="5957900"/>
          </a:xfrm>
        </p:grpSpPr>
        <p:grpSp>
          <p:nvGrpSpPr>
            <p:cNvPr id="60" name="Google Shape;60;p3"/>
            <p:cNvGrpSpPr/>
            <p:nvPr/>
          </p:nvGrpSpPr>
          <p:grpSpPr>
            <a:xfrm rot="10800000" flipH="1">
              <a:off x="7467353" y="3080077"/>
              <a:ext cx="2073585" cy="1960673"/>
              <a:chOff x="7455765" y="-80873"/>
              <a:chExt cx="2073585" cy="1960673"/>
            </a:xfrm>
          </p:grpSpPr>
          <p:grpSp>
            <p:nvGrpSpPr>
              <p:cNvPr id="61" name="Google Shape;61;p3"/>
              <p:cNvGrpSpPr/>
              <p:nvPr/>
            </p:nvGrpSpPr>
            <p:grpSpPr>
              <a:xfrm>
                <a:off x="7455765" y="-80873"/>
                <a:ext cx="2073585" cy="1960673"/>
                <a:chOff x="7455765" y="-80873"/>
                <a:chExt cx="2073585" cy="1960673"/>
              </a:xfrm>
            </p:grpSpPr>
            <p:grpSp>
              <p:nvGrpSpPr>
                <p:cNvPr id="62" name="Google Shape;62;p3"/>
                <p:cNvGrpSpPr/>
                <p:nvPr/>
              </p:nvGrpSpPr>
              <p:grpSpPr>
                <a:xfrm>
                  <a:off x="7455765" y="-80873"/>
                  <a:ext cx="1935860" cy="557223"/>
                  <a:chOff x="1329040" y="2024002"/>
                  <a:chExt cx="1935860" cy="557223"/>
                </a:xfrm>
              </p:grpSpPr>
              <p:grpSp>
                <p:nvGrpSpPr>
                  <p:cNvPr id="63" name="Google Shape;63;p3"/>
                  <p:cNvGrpSpPr/>
                  <p:nvPr/>
                </p:nvGrpSpPr>
                <p:grpSpPr>
                  <a:xfrm rot="10800000">
                    <a:off x="2273907" y="2024002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64" name="Google Shape;64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65" name="Google Shape;65;p3"/>
                    <p:cNvSpPr/>
                    <p:nvPr/>
                  </p:nvSpPr>
                  <p:spPr>
                    <a:xfrm>
                      <a:off x="8213302" y="351156"/>
                      <a:ext cx="435000" cy="3768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66" name="Google Shape;66;p3"/>
                  <p:cNvSpPr/>
                  <p:nvPr/>
                </p:nvSpPr>
                <p:spPr>
                  <a:xfrm rot="10800000">
                    <a:off x="2349928" y="24789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cxnSp>
                <p:nvCxnSpPr>
                  <p:cNvPr id="67" name="Google Shape;67;p3"/>
                  <p:cNvCxnSpPr>
                    <a:stCxn id="64" idx="3"/>
                  </p:cNvCxnSpPr>
                  <p:nvPr/>
                </p:nvCxnSpPr>
                <p:spPr>
                  <a:xfrm>
                    <a:off x="2861700" y="2278554"/>
                    <a:ext cx="4032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68" name="Google Shape;68;p3"/>
                  <p:cNvCxnSpPr>
                    <a:stCxn id="64" idx="0"/>
                    <a:endCxn id="69" idx="2"/>
                  </p:cNvCxnSpPr>
                  <p:nvPr/>
                </p:nvCxnSpPr>
                <p:spPr>
                  <a:xfrm rot="10800000">
                    <a:off x="1407507" y="2278554"/>
                    <a:ext cx="8664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69" name="Google Shape;69;p3"/>
                  <p:cNvSpPr/>
                  <p:nvPr/>
                </p:nvSpPr>
                <p:spPr>
                  <a:xfrm rot="10800000">
                    <a:off x="1329040" y="2239213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70" name="Google Shape;70;p3"/>
                <p:cNvGrpSpPr/>
                <p:nvPr/>
              </p:nvGrpSpPr>
              <p:grpSpPr>
                <a:xfrm>
                  <a:off x="7684015" y="528127"/>
                  <a:ext cx="1845335" cy="1351673"/>
                  <a:chOff x="1557290" y="2633002"/>
                  <a:chExt cx="1845335" cy="1351673"/>
                </a:xfrm>
              </p:grpSpPr>
              <p:grpSp>
                <p:nvGrpSpPr>
                  <p:cNvPr id="71" name="Google Shape;71;p3"/>
                  <p:cNvGrpSpPr/>
                  <p:nvPr/>
                </p:nvGrpSpPr>
                <p:grpSpPr>
                  <a:xfrm rot="10800000">
                    <a:off x="1673693" y="2677134"/>
                    <a:ext cx="917499" cy="794671"/>
                    <a:chOff x="8022925" y="186250"/>
                    <a:chExt cx="815700" cy="706500"/>
                  </a:xfrm>
                </p:grpSpPr>
                <p:sp>
                  <p:nvSpPr>
                    <p:cNvPr id="72" name="Google Shape;72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solidFill>
                      <a:srgbClr val="AFE0D9">
                        <a:alpha val="59490"/>
                      </a:srgbClr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73" name="Google Shape;73;p3"/>
                    <p:cNvSpPr/>
                    <p:nvPr/>
                  </p:nvSpPr>
                  <p:spPr>
                    <a:xfrm>
                      <a:off x="8169420" y="313166"/>
                      <a:ext cx="522900" cy="4527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74" name="Google Shape;74;p3"/>
                  <p:cNvGrpSpPr/>
                  <p:nvPr/>
                </p:nvGrpSpPr>
                <p:grpSpPr>
                  <a:xfrm rot="10800000">
                    <a:off x="2814832" y="2633002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75" name="Google Shape;75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76" name="Google Shape;76;p3"/>
                    <p:cNvSpPr/>
                    <p:nvPr/>
                  </p:nvSpPr>
                  <p:spPr>
                    <a:xfrm>
                      <a:off x="8114217" y="265360"/>
                      <a:ext cx="633300" cy="5484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cxnSp>
                <p:nvCxnSpPr>
                  <p:cNvPr id="77" name="Google Shape;77;p3"/>
                  <p:cNvCxnSpPr>
                    <a:stCxn id="75" idx="0"/>
                  </p:cNvCxnSpPr>
                  <p:nvPr/>
                </p:nvCxnSpPr>
                <p:spPr>
                  <a:xfrm rot="10800000">
                    <a:off x="2660332" y="2887554"/>
                    <a:ext cx="1545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8" name="Google Shape;78;p3"/>
                  <p:cNvCxnSpPr>
                    <a:stCxn id="72" idx="3"/>
                  </p:cNvCxnSpPr>
                  <p:nvPr/>
                </p:nvCxnSpPr>
                <p:spPr>
                  <a:xfrm rot="10800000" flipH="1">
                    <a:off x="2591192" y="2886970"/>
                    <a:ext cx="73200" cy="1875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9" name="Google Shape;79;p3"/>
                  <p:cNvCxnSpPr>
                    <a:stCxn id="72" idx="5"/>
                  </p:cNvCxnSpPr>
                  <p:nvPr/>
                </p:nvCxnSpPr>
                <p:spPr>
                  <a:xfrm flipH="1">
                    <a:off x="1596661" y="3471805"/>
                    <a:ext cx="275700" cy="4776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80" name="Google Shape;80;p3"/>
                  <p:cNvSpPr/>
                  <p:nvPr/>
                </p:nvSpPr>
                <p:spPr>
                  <a:xfrm rot="10800000">
                    <a:off x="1557290" y="3906075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</p:grpSp>
          <p:sp>
            <p:nvSpPr>
              <p:cNvPr id="81" name="Google Shape;81;p3"/>
              <p:cNvSpPr/>
              <p:nvPr/>
            </p:nvSpPr>
            <p:spPr>
              <a:xfrm>
                <a:off x="7637364" y="3141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>
              <a:off x="-319453" y="-917150"/>
              <a:ext cx="4691116" cy="2444748"/>
              <a:chOff x="-319453" y="-917150"/>
              <a:chExt cx="4691116" cy="2444748"/>
            </a:xfrm>
          </p:grpSpPr>
          <p:grpSp>
            <p:nvGrpSpPr>
              <p:cNvPr id="83" name="Google Shape;83;p3"/>
              <p:cNvGrpSpPr/>
              <p:nvPr/>
            </p:nvGrpSpPr>
            <p:grpSpPr>
              <a:xfrm>
                <a:off x="-319453" y="-917150"/>
                <a:ext cx="4691116" cy="2444748"/>
                <a:chOff x="-326803" y="-829100"/>
                <a:chExt cx="4691116" cy="2444748"/>
              </a:xfrm>
            </p:grpSpPr>
            <p:grpSp>
              <p:nvGrpSpPr>
                <p:cNvPr id="84" name="Google Shape;84;p3"/>
                <p:cNvGrpSpPr/>
                <p:nvPr/>
              </p:nvGrpSpPr>
              <p:grpSpPr>
                <a:xfrm>
                  <a:off x="-326803" y="-829100"/>
                  <a:ext cx="3417803" cy="2444748"/>
                  <a:chOff x="5222059" y="1707050"/>
                  <a:chExt cx="3417803" cy="2444748"/>
                </a:xfrm>
              </p:grpSpPr>
              <p:grpSp>
                <p:nvGrpSpPr>
                  <p:cNvPr id="85" name="Google Shape;85;p3"/>
                  <p:cNvGrpSpPr/>
                  <p:nvPr/>
                </p:nvGrpSpPr>
                <p:grpSpPr>
                  <a:xfrm>
                    <a:off x="6230684" y="2436004"/>
                    <a:ext cx="1245819" cy="1079037"/>
                    <a:chOff x="8022925" y="186250"/>
                    <a:chExt cx="815700" cy="706500"/>
                  </a:xfrm>
                </p:grpSpPr>
                <p:sp>
                  <p:nvSpPr>
                    <p:cNvPr id="86" name="Google Shape;86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87" name="Google Shape;87;p3"/>
                    <p:cNvSpPr/>
                    <p:nvPr/>
                  </p:nvSpPr>
                  <p:spPr>
                    <a:xfrm>
                      <a:off x="8066182" y="223764"/>
                      <a:ext cx="729300" cy="631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88" name="Google Shape;88;p3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89" name="Google Shape;89;p3"/>
                  <p:cNvGrpSpPr/>
                  <p:nvPr/>
                </p:nvGrpSpPr>
                <p:grpSpPr>
                  <a:xfrm>
                    <a:off x="5222059" y="3089020"/>
                    <a:ext cx="1008613" cy="873587"/>
                    <a:chOff x="8022925" y="186250"/>
                    <a:chExt cx="815700" cy="706500"/>
                  </a:xfrm>
                </p:grpSpPr>
                <p:sp>
                  <p:nvSpPr>
                    <p:cNvPr id="90" name="Google Shape;90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1" name="Google Shape;91;p3"/>
                    <p:cNvSpPr/>
                    <p:nvPr/>
                  </p:nvSpPr>
                  <p:spPr>
                    <a:xfrm>
                      <a:off x="8066182" y="223764"/>
                      <a:ext cx="729300" cy="631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92" name="Google Shape;92;p3"/>
                  <p:cNvGrpSpPr/>
                  <p:nvPr/>
                </p:nvGrpSpPr>
                <p:grpSpPr>
                  <a:xfrm>
                    <a:off x="6286990" y="3642694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93" name="Google Shape;93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4" name="Google Shape;94;p3"/>
                    <p:cNvSpPr/>
                    <p:nvPr/>
                  </p:nvSpPr>
                  <p:spPr>
                    <a:xfrm>
                      <a:off x="8114217" y="265360"/>
                      <a:ext cx="633300" cy="5484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95" name="Google Shape;95;p3"/>
                  <p:cNvSpPr/>
                  <p:nvPr/>
                </p:nvSpPr>
                <p:spPr>
                  <a:xfrm>
                    <a:off x="6178600" y="29244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grpSp>
                <p:nvGrpSpPr>
                  <p:cNvPr id="96" name="Google Shape;96;p3"/>
                  <p:cNvGrpSpPr/>
                  <p:nvPr/>
                </p:nvGrpSpPr>
                <p:grpSpPr>
                  <a:xfrm>
                    <a:off x="7766819" y="25974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97" name="Google Shape;97;p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8" name="Google Shape;98;p3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9" name="Google Shape;99;p3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00" name="Google Shape;100;p3"/>
                  <p:cNvSpPr/>
                  <p:nvPr/>
                </p:nvSpPr>
                <p:spPr>
                  <a:xfrm>
                    <a:off x="7394176" y="3089024"/>
                    <a:ext cx="457200" cy="3960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1" name="Google Shape;101;p3"/>
                  <p:cNvSpPr/>
                  <p:nvPr/>
                </p:nvSpPr>
                <p:spPr>
                  <a:xfrm>
                    <a:off x="7570513" y="2571750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2" name="Google Shape;102;p3"/>
                  <p:cNvSpPr/>
                  <p:nvPr/>
                </p:nvSpPr>
                <p:spPr>
                  <a:xfrm>
                    <a:off x="7044827" y="3642703"/>
                    <a:ext cx="307200" cy="266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BE">
                      <a:alpha val="7152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grpSp>
                <p:nvGrpSpPr>
                  <p:cNvPr id="103" name="Google Shape;103;p3"/>
                  <p:cNvGrpSpPr/>
                  <p:nvPr/>
                </p:nvGrpSpPr>
                <p:grpSpPr>
                  <a:xfrm>
                    <a:off x="6012275" y="1707050"/>
                    <a:ext cx="1754544" cy="1381970"/>
                    <a:chOff x="6012275" y="1707050"/>
                    <a:chExt cx="1754544" cy="1381970"/>
                  </a:xfrm>
                </p:grpSpPr>
                <p:grpSp>
                  <p:nvGrpSpPr>
                    <p:cNvPr id="104" name="Google Shape;104;p3"/>
                    <p:cNvGrpSpPr/>
                    <p:nvPr/>
                  </p:nvGrpSpPr>
                  <p:grpSpPr>
                    <a:xfrm>
                      <a:off x="6012275" y="2285500"/>
                      <a:ext cx="1754544" cy="803520"/>
                      <a:chOff x="6012275" y="2285500"/>
                      <a:chExt cx="1754544" cy="803520"/>
                    </a:xfrm>
                  </p:grpSpPr>
                  <p:cxnSp>
                    <p:nvCxnSpPr>
                      <p:cNvPr id="105" name="Google Shape;105;p3"/>
                      <p:cNvCxnSpPr>
                        <a:stCxn id="97" idx="3"/>
                      </p:cNvCxnSpPr>
                      <p:nvPr/>
                    </p:nvCxnSpPr>
                    <p:spPr>
                      <a:xfrm rot="10800000">
                        <a:off x="7612919" y="2975499"/>
                        <a:ext cx="153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grpSp>
                    <p:nvGrpSpPr>
                      <p:cNvPr id="106" name="Google Shape;106;p3"/>
                      <p:cNvGrpSpPr/>
                      <p:nvPr/>
                    </p:nvGrpSpPr>
                    <p:grpSpPr>
                      <a:xfrm>
                        <a:off x="6012275" y="2285500"/>
                        <a:ext cx="1603950" cy="803520"/>
                        <a:chOff x="6012275" y="2285500"/>
                        <a:chExt cx="1603950" cy="803520"/>
                      </a:xfrm>
                    </p:grpSpPr>
                    <p:cxnSp>
                      <p:nvCxnSpPr>
                        <p:cNvPr id="107" name="Google Shape;107;p3"/>
                        <p:cNvCxnSpPr/>
                        <p:nvPr/>
                      </p:nvCxnSpPr>
                      <p:spPr>
                        <a:xfrm rot="10800000">
                          <a:off x="7262825" y="2285500"/>
                          <a:ext cx="353400" cy="690000"/>
                        </a:xfrm>
                        <a:prstGeom prst="straightConnector1">
                          <a:avLst/>
                        </a:prstGeom>
                        <a:noFill/>
                        <a:ln w="9525" cap="flat" cmpd="sng">
                          <a:solidFill>
                            <a:schemeClr val="dk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08" name="Google Shape;108;p3"/>
                        <p:cNvCxnSpPr/>
                        <p:nvPr/>
                      </p:nvCxnSpPr>
                      <p:spPr>
                        <a:xfrm rot="10800000">
                          <a:off x="6405500" y="2289200"/>
                          <a:ext cx="861000" cy="0"/>
                        </a:xfrm>
                        <a:prstGeom prst="straightConnector1">
                          <a:avLst/>
                        </a:prstGeom>
                        <a:noFill/>
                        <a:ln w="9525" cap="flat" cmpd="sng">
                          <a:solidFill>
                            <a:schemeClr val="dk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  <p:cxnSp>
                      <p:nvCxnSpPr>
                        <p:cNvPr id="109" name="Google Shape;109;p3"/>
                        <p:cNvCxnSpPr>
                          <a:stCxn id="90" idx="5"/>
                        </p:cNvCxnSpPr>
                        <p:nvPr/>
                      </p:nvCxnSpPr>
                      <p:spPr>
                        <a:xfrm rot="10800000" flipH="1">
                          <a:off x="6012275" y="2285620"/>
                          <a:ext cx="395400" cy="803400"/>
                        </a:xfrm>
                        <a:prstGeom prst="straightConnector1">
                          <a:avLst/>
                        </a:prstGeom>
                        <a:noFill/>
                        <a:ln w="9525" cap="flat" cmpd="sng">
                          <a:solidFill>
                            <a:schemeClr val="dk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cxnSp>
                  </p:grpSp>
                  <p:sp>
                    <p:nvSpPr>
                      <p:cNvPr id="110" name="Google Shape;110;p3"/>
                      <p:cNvSpPr/>
                      <p:nvPr/>
                    </p:nvSpPr>
                    <p:spPr>
                      <a:xfrm>
                        <a:off x="7584350" y="2943050"/>
                        <a:ext cx="64800" cy="64800"/>
                      </a:xfrm>
                      <a:prstGeom prst="ellipse">
                        <a:avLst/>
                      </a:prstGeom>
                      <a:solidFill>
                        <a:schemeClr val="lt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Lato"/>
                          <a:ea typeface="Lato"/>
                          <a:cs typeface="Lato"/>
                          <a:sym typeface="Lato"/>
                        </a:endParaRPr>
                      </a:p>
                    </p:txBody>
                  </p:sp>
                </p:grpSp>
                <p:cxnSp>
                  <p:nvCxnSpPr>
                    <p:cNvPr id="111" name="Google Shape;111;p3"/>
                    <p:cNvCxnSpPr/>
                    <p:nvPr/>
                  </p:nvCxnSpPr>
                  <p:spPr>
                    <a:xfrm rot="10800000" flipH="1">
                      <a:off x="7261350" y="1744525"/>
                      <a:ext cx="315600" cy="5463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sp>
                  <p:nvSpPr>
                    <p:cNvPr id="112" name="Google Shape;112;p3"/>
                    <p:cNvSpPr/>
                    <p:nvPr/>
                  </p:nvSpPr>
                  <p:spPr>
                    <a:xfrm>
                      <a:off x="7545125" y="1707050"/>
                      <a:ext cx="73500" cy="73200"/>
                    </a:xfrm>
                    <a:prstGeom prst="ellipse">
                      <a:avLst/>
                    </a:pr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5975025" y="3049300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14" name="Google Shape;114;p3"/>
                <p:cNvGrpSpPr/>
                <p:nvPr/>
              </p:nvGrpSpPr>
              <p:grpSpPr>
                <a:xfrm flipH="1">
                  <a:off x="3049403" y="525694"/>
                  <a:ext cx="1314910" cy="509104"/>
                  <a:chOff x="6536465" y="3032469"/>
                  <a:chExt cx="1314910" cy="509104"/>
                </a:xfrm>
              </p:grpSpPr>
              <p:grpSp>
                <p:nvGrpSpPr>
                  <p:cNvPr id="115" name="Google Shape;115;p3"/>
                  <p:cNvGrpSpPr/>
                  <p:nvPr/>
                </p:nvGrpSpPr>
                <p:grpSpPr>
                  <a:xfrm>
                    <a:off x="6536465" y="3032469"/>
                    <a:ext cx="587793" cy="509104"/>
                    <a:chOff x="8369130" y="-660579"/>
                    <a:chExt cx="815700" cy="706500"/>
                  </a:xfrm>
                </p:grpSpPr>
                <p:sp>
                  <p:nvSpPr>
                    <p:cNvPr id="116" name="Google Shape;116;p3"/>
                    <p:cNvSpPr/>
                    <p:nvPr/>
                  </p:nvSpPr>
                  <p:spPr>
                    <a:xfrm>
                      <a:off x="8369130" y="-660579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17" name="Google Shape;117;p3"/>
                    <p:cNvSpPr/>
                    <p:nvPr/>
                  </p:nvSpPr>
                  <p:spPr>
                    <a:xfrm>
                      <a:off x="8460422" y="-581469"/>
                      <a:ext cx="633300" cy="5484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18" name="Google Shape;118;p3"/>
                  <p:cNvSpPr/>
                  <p:nvPr/>
                </p:nvSpPr>
                <p:spPr>
                  <a:xfrm>
                    <a:off x="7394176" y="3089024"/>
                    <a:ext cx="457200" cy="3960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>
                    <a:off x="7469177" y="3153978"/>
                    <a:ext cx="307200" cy="266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20" name="Google Shape;120;p3"/>
                <p:cNvCxnSpPr>
                  <a:stCxn id="118" idx="3"/>
                  <a:endCxn id="116" idx="0"/>
                </p:cNvCxnSpPr>
                <p:nvPr/>
              </p:nvCxnSpPr>
              <p:spPr>
                <a:xfrm>
                  <a:off x="3506603" y="780249"/>
                  <a:ext cx="27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21" name="Google Shape;121;p3"/>
              <p:cNvSpPr/>
              <p:nvPr/>
            </p:nvSpPr>
            <p:spPr>
              <a:xfrm>
                <a:off x="2315150" y="8647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713225" y="2652150"/>
            <a:ext cx="4064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91363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4" name="Google Shape;124;p3"/>
          <p:cNvSpPr txBox="1">
            <a:spLocks noGrp="1"/>
          </p:cNvSpPr>
          <p:nvPr>
            <p:ph type="subTitle" idx="1"/>
          </p:nvPr>
        </p:nvSpPr>
        <p:spPr>
          <a:xfrm>
            <a:off x="713225" y="3592128"/>
            <a:ext cx="4064400" cy="3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3"/>
          <p:cNvSpPr>
            <a:spLocks noGrp="1"/>
          </p:cNvSpPr>
          <p:nvPr>
            <p:ph type="pic" idx="3"/>
          </p:nvPr>
        </p:nvSpPr>
        <p:spPr>
          <a:xfrm>
            <a:off x="4930725" y="1061800"/>
            <a:ext cx="3500100" cy="3019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719975" y="1147224"/>
            <a:ext cx="77040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29" name="Google Shape;129;p4"/>
          <p:cNvGrpSpPr/>
          <p:nvPr/>
        </p:nvGrpSpPr>
        <p:grpSpPr>
          <a:xfrm>
            <a:off x="-278087" y="-312689"/>
            <a:ext cx="9361049" cy="5744521"/>
            <a:chOff x="-278087" y="-312689"/>
            <a:chExt cx="9361049" cy="5744521"/>
          </a:xfrm>
        </p:grpSpPr>
        <p:grpSp>
          <p:nvGrpSpPr>
            <p:cNvPr id="130" name="Google Shape;130;p4"/>
            <p:cNvGrpSpPr/>
            <p:nvPr/>
          </p:nvGrpSpPr>
          <p:grpSpPr>
            <a:xfrm>
              <a:off x="4109226" y="-312689"/>
              <a:ext cx="4973735" cy="2068730"/>
              <a:chOff x="4109226" y="-312689"/>
              <a:chExt cx="4973735" cy="2068730"/>
            </a:xfrm>
          </p:grpSpPr>
          <p:grpSp>
            <p:nvGrpSpPr>
              <p:cNvPr id="131" name="Google Shape;131;p4"/>
              <p:cNvGrpSpPr/>
              <p:nvPr/>
            </p:nvGrpSpPr>
            <p:grpSpPr>
              <a:xfrm>
                <a:off x="4109226" y="-312689"/>
                <a:ext cx="4929199" cy="1831430"/>
                <a:chOff x="4035851" y="-41164"/>
                <a:chExt cx="4929199" cy="1831430"/>
              </a:xfrm>
            </p:grpSpPr>
            <p:grpSp>
              <p:nvGrpSpPr>
                <p:cNvPr id="132" name="Google Shape;132;p4"/>
                <p:cNvGrpSpPr/>
                <p:nvPr/>
              </p:nvGrpSpPr>
              <p:grpSpPr>
                <a:xfrm>
                  <a:off x="7832150" y="-41164"/>
                  <a:ext cx="815700" cy="706500"/>
                  <a:chOff x="8022925" y="186250"/>
                  <a:chExt cx="815700" cy="706500"/>
                </a:xfrm>
              </p:grpSpPr>
              <p:sp>
                <p:nvSpPr>
                  <p:cNvPr id="133" name="Google Shape;133;p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4" name="Google Shape;134;p4"/>
                  <p:cNvSpPr/>
                  <p:nvPr/>
                </p:nvSpPr>
                <p:spPr>
                  <a:xfrm>
                    <a:off x="8104477" y="256921"/>
                    <a:ext cx="652800" cy="5652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5" name="Google Shape;135;p4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36" name="Google Shape;136;p4"/>
                <p:cNvGrpSpPr/>
                <p:nvPr/>
              </p:nvGrpSpPr>
              <p:grpSpPr>
                <a:xfrm>
                  <a:off x="7116830" y="85652"/>
                  <a:ext cx="522864" cy="452867"/>
                  <a:chOff x="8022925" y="186250"/>
                  <a:chExt cx="815700" cy="706500"/>
                </a:xfrm>
              </p:grpSpPr>
              <p:sp>
                <p:nvSpPr>
                  <p:cNvPr id="137" name="Google Shape;137;p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8" name="Google Shape;138;p4"/>
                  <p:cNvSpPr/>
                  <p:nvPr/>
                </p:nvSpPr>
                <p:spPr>
                  <a:xfrm>
                    <a:off x="8159419" y="304478"/>
                    <a:ext cx="543000" cy="470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9" name="Google Shape;139;p4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40" name="Google Shape;140;p4"/>
                <p:cNvCxnSpPr>
                  <a:stCxn id="137" idx="0"/>
                  <a:endCxn id="133" idx="3"/>
                </p:cNvCxnSpPr>
                <p:nvPr/>
              </p:nvCxnSpPr>
              <p:spPr>
                <a:xfrm>
                  <a:off x="7639694" y="312086"/>
                  <a:ext cx="192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141" name="Google Shape;141;p4"/>
                <p:cNvGrpSpPr/>
                <p:nvPr/>
              </p:nvGrpSpPr>
              <p:grpSpPr>
                <a:xfrm>
                  <a:off x="6041340" y="252293"/>
                  <a:ext cx="549374" cy="475828"/>
                  <a:chOff x="8022925" y="186250"/>
                  <a:chExt cx="815700" cy="706500"/>
                </a:xfrm>
              </p:grpSpPr>
              <p:sp>
                <p:nvSpPr>
                  <p:cNvPr id="142" name="Google Shape;142;p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43" name="Google Shape;143;p4"/>
                  <p:cNvSpPr/>
                  <p:nvPr/>
                </p:nvSpPr>
                <p:spPr>
                  <a:xfrm>
                    <a:off x="8156075" y="301599"/>
                    <a:ext cx="549600" cy="475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44" name="Google Shape;144;p4"/>
                <p:cNvCxnSpPr>
                  <a:stCxn id="137" idx="3"/>
                  <a:endCxn id="142" idx="0"/>
                </p:cNvCxnSpPr>
                <p:nvPr/>
              </p:nvCxnSpPr>
              <p:spPr>
                <a:xfrm flipH="1">
                  <a:off x="6590630" y="312086"/>
                  <a:ext cx="526200" cy="178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4"/>
                <p:cNvCxnSpPr>
                  <a:stCxn id="142" idx="3"/>
                  <a:endCxn id="146" idx="0"/>
                </p:cNvCxnSpPr>
                <p:nvPr/>
              </p:nvCxnSpPr>
              <p:spPr>
                <a:xfrm rot="10800000">
                  <a:off x="4272840" y="490207"/>
                  <a:ext cx="1768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46" name="Google Shape;146;p4"/>
                <p:cNvSpPr/>
                <p:nvPr/>
              </p:nvSpPr>
              <p:spPr>
                <a:xfrm>
                  <a:off x="4035851" y="387446"/>
                  <a:ext cx="237000" cy="205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grpSp>
              <p:nvGrpSpPr>
                <p:cNvPr id="147" name="Google Shape;147;p4"/>
                <p:cNvGrpSpPr/>
                <p:nvPr/>
              </p:nvGrpSpPr>
              <p:grpSpPr>
                <a:xfrm>
                  <a:off x="8471225" y="665336"/>
                  <a:ext cx="436661" cy="1124931"/>
                  <a:chOff x="8471225" y="665336"/>
                  <a:chExt cx="436661" cy="1124931"/>
                </a:xfrm>
              </p:grpSpPr>
              <p:cxnSp>
                <p:nvCxnSpPr>
                  <p:cNvPr id="148" name="Google Shape;148;p4"/>
                  <p:cNvCxnSpPr>
                    <a:stCxn id="133" idx="1"/>
                  </p:cNvCxnSpPr>
                  <p:nvPr/>
                </p:nvCxnSpPr>
                <p:spPr>
                  <a:xfrm>
                    <a:off x="8471225" y="665336"/>
                    <a:ext cx="436500" cy="3840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9" name="Google Shape;149;p4"/>
                  <p:cNvCxnSpPr>
                    <a:endCxn id="150" idx="3"/>
                  </p:cNvCxnSpPr>
                  <p:nvPr/>
                </p:nvCxnSpPr>
                <p:spPr>
                  <a:xfrm flipH="1">
                    <a:off x="8906986" y="1072366"/>
                    <a:ext cx="900" cy="717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151" name="Google Shape;151;p4"/>
                <p:cNvSpPr/>
                <p:nvPr/>
              </p:nvSpPr>
              <p:spPr>
                <a:xfrm>
                  <a:off x="8850450" y="990550"/>
                  <a:ext cx="114600" cy="114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50" name="Google Shape;150;p4"/>
              <p:cNvSpPr/>
              <p:nvPr/>
            </p:nvSpPr>
            <p:spPr>
              <a:xfrm rot="5400000">
                <a:off x="8861711" y="1534791"/>
                <a:ext cx="237300" cy="2052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52" name="Google Shape;152;p4"/>
            <p:cNvGrpSpPr/>
            <p:nvPr/>
          </p:nvGrpSpPr>
          <p:grpSpPr>
            <a:xfrm>
              <a:off x="-278087" y="3785300"/>
              <a:ext cx="1835863" cy="1646533"/>
              <a:chOff x="8352175" y="-274150"/>
              <a:chExt cx="1835863" cy="1646533"/>
            </a:xfrm>
          </p:grpSpPr>
          <p:grpSp>
            <p:nvGrpSpPr>
              <p:cNvPr id="153" name="Google Shape;153;p4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54" name="Google Shape;154;p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55" name="Google Shape;155;p4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57" name="Google Shape;157;p4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59" name="Google Shape;159;p4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60" name="Google Shape;160;p4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61" name="Google Shape;161;p4"/>
                  <p:cNvCxnSpPr>
                    <a:stCxn id="15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162" name="Google Shape;162;p4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63" name="Google Shape;163;p4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64" name="Google Shape;164;p4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65" name="Google Shape;165;p4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66" name="Google Shape;166;p4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67" name="Google Shape;167;p4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68" name="Google Shape;168;p4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subTitle" idx="1"/>
          </p:nvPr>
        </p:nvSpPr>
        <p:spPr>
          <a:xfrm>
            <a:off x="47259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subTitle" idx="2"/>
          </p:nvPr>
        </p:nvSpPr>
        <p:spPr>
          <a:xfrm>
            <a:off x="7200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subTitle" idx="3"/>
          </p:nvPr>
        </p:nvSpPr>
        <p:spPr>
          <a:xfrm>
            <a:off x="720000" y="1460025"/>
            <a:ext cx="36981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ubTitle" idx="4"/>
          </p:nvPr>
        </p:nvSpPr>
        <p:spPr>
          <a:xfrm>
            <a:off x="4725900" y="1460025"/>
            <a:ext cx="36981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176" name="Google Shape;176;p5"/>
          <p:cNvGrpSpPr/>
          <p:nvPr/>
        </p:nvGrpSpPr>
        <p:grpSpPr>
          <a:xfrm>
            <a:off x="-543500" y="130633"/>
            <a:ext cx="10264508" cy="5328200"/>
            <a:chOff x="-543500" y="130633"/>
            <a:chExt cx="10264508" cy="5328200"/>
          </a:xfrm>
        </p:grpSpPr>
        <p:grpSp>
          <p:nvGrpSpPr>
            <p:cNvPr id="177" name="Google Shape;177;p5"/>
            <p:cNvGrpSpPr/>
            <p:nvPr/>
          </p:nvGrpSpPr>
          <p:grpSpPr>
            <a:xfrm rot="5400000">
              <a:off x="8662178" y="1914413"/>
              <a:ext cx="1128460" cy="989200"/>
              <a:chOff x="2136440" y="1592025"/>
              <a:chExt cx="1128460" cy="989200"/>
            </a:xfrm>
          </p:grpSpPr>
          <p:grpSp>
            <p:nvGrpSpPr>
              <p:cNvPr id="178" name="Google Shape;178;p5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79" name="Google Shape;179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0" name="Google Shape;180;p5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81" name="Google Shape;181;p5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2" name="Google Shape;182;p5"/>
              <p:cNvCxnSpPr>
                <a:stCxn id="179" idx="3"/>
              </p:cNvCxnSpPr>
              <p:nvPr/>
            </p:nvCxnSpPr>
            <p:spPr>
              <a:xfrm rot="10800000">
                <a:off x="3063300" y="2076954"/>
                <a:ext cx="0" cy="40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5"/>
              <p:cNvCxnSpPr>
                <a:stCxn id="179" idx="1"/>
              </p:cNvCxnSpPr>
              <p:nvPr/>
            </p:nvCxnSpPr>
            <p:spPr>
              <a:xfrm rot="5400000" flipH="1">
                <a:off x="2092183" y="1715002"/>
                <a:ext cx="391800" cy="22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4" name="Google Shape;184;p5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85" name="Google Shape;185;p5"/>
            <p:cNvGrpSpPr/>
            <p:nvPr/>
          </p:nvGrpSpPr>
          <p:grpSpPr>
            <a:xfrm rot="5400000">
              <a:off x="7881052" y="377463"/>
              <a:ext cx="1845335" cy="1351673"/>
              <a:chOff x="1557290" y="2633002"/>
              <a:chExt cx="1845335" cy="1351673"/>
            </a:xfrm>
          </p:grpSpPr>
          <p:grpSp>
            <p:nvGrpSpPr>
              <p:cNvPr id="186" name="Google Shape;186;p5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187" name="Google Shape;187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8" name="Google Shape;188;p5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89" name="Google Shape;189;p5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90" name="Google Shape;190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92" name="Google Shape;192;p5"/>
              <p:cNvCxnSpPr>
                <a:stCxn id="190" idx="0"/>
              </p:cNvCxnSpPr>
              <p:nvPr/>
            </p:nvCxnSpPr>
            <p:spPr>
              <a:xfrm>
                <a:off x="2737582" y="2810304"/>
                <a:ext cx="0" cy="154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5"/>
              <p:cNvCxnSpPr>
                <a:stCxn id="187" idx="3"/>
              </p:cNvCxnSpPr>
              <p:nvPr/>
            </p:nvCxnSpPr>
            <p:spPr>
              <a:xfrm rot="-5400000">
                <a:off x="2534042" y="2944120"/>
                <a:ext cx="187500" cy="7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" name="Google Shape;194;p5"/>
              <p:cNvCxnSpPr>
                <a:stCxn id="187" idx="5"/>
              </p:cNvCxnSpPr>
              <p:nvPr/>
            </p:nvCxnSpPr>
            <p:spPr>
              <a:xfrm rot="5400000">
                <a:off x="1495711" y="3572755"/>
                <a:ext cx="477600" cy="27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5" name="Google Shape;195;p5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96" name="Google Shape;196;p5"/>
            <p:cNvGrpSpPr/>
            <p:nvPr/>
          </p:nvGrpSpPr>
          <p:grpSpPr>
            <a:xfrm>
              <a:off x="-543500" y="3812300"/>
              <a:ext cx="2410926" cy="1646533"/>
              <a:chOff x="8352175" y="-274150"/>
              <a:chExt cx="2410926" cy="1646533"/>
            </a:xfrm>
          </p:grpSpPr>
          <p:grpSp>
            <p:nvGrpSpPr>
              <p:cNvPr id="197" name="Google Shape;197;p5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98" name="Google Shape;198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9" name="Google Shape;199;p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00" name="Google Shape;200;p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01" name="Google Shape;201;p5"/>
              <p:cNvSpPr/>
              <p:nvPr/>
            </p:nvSpPr>
            <p:spPr>
              <a:xfrm>
                <a:off x="10305901" y="6162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203" name="Google Shape;203;p5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204" name="Google Shape;204;p5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205" name="Google Shape;205;p5"/>
                  <p:cNvCxnSpPr>
                    <a:stCxn id="198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206" name="Google Shape;206;p5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207" name="Google Shape;207;p5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208" name="Google Shape;208;p5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209" name="Google Shape;209;p5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210" name="Google Shape;210;p5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11" name="Google Shape;211;p5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12" name="Google Shape;212;p5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8942352" y="174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14" name="Google Shape;214;p5"/>
            <p:cNvGrpSpPr/>
            <p:nvPr/>
          </p:nvGrpSpPr>
          <p:grpSpPr>
            <a:xfrm rot="5400000">
              <a:off x="8213581" y="3913128"/>
              <a:ext cx="1180258" cy="1390907"/>
              <a:chOff x="4046769" y="1482116"/>
              <a:chExt cx="1180258" cy="1390907"/>
            </a:xfrm>
          </p:grpSpPr>
          <p:grpSp>
            <p:nvGrpSpPr>
              <p:cNvPr id="215" name="Google Shape;215;p5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216" name="Google Shape;216;p5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217" name="Google Shape;217;p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18" name="Google Shape;218;p5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19" name="Google Shape;219;p5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220" name="Google Shape;220;p5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21" name="Google Shape;221;p5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22" name="Google Shape;222;p5"/>
              <p:cNvCxnSpPr>
                <a:stCxn id="217" idx="1"/>
                <a:endCxn id="223" idx="0"/>
              </p:cNvCxnSpPr>
              <p:nvPr/>
            </p:nvCxnSpPr>
            <p:spPr>
              <a:xfrm rot="-5400000" flipH="1">
                <a:off x="4749671" y="2219382"/>
                <a:ext cx="135000" cy="17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3" name="Google Shape;223;p5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4" name="Google Shape;224;p5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27" name="Google Shape;227;p6"/>
          <p:cNvGrpSpPr/>
          <p:nvPr/>
        </p:nvGrpSpPr>
        <p:grpSpPr>
          <a:xfrm rot="10800000" flipH="1">
            <a:off x="6114715" y="3341034"/>
            <a:ext cx="2968246" cy="2068730"/>
            <a:chOff x="6114715" y="-312689"/>
            <a:chExt cx="2968246" cy="2068730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6114715" y="-312689"/>
              <a:ext cx="2923710" cy="1831430"/>
              <a:chOff x="6041340" y="-41164"/>
              <a:chExt cx="2923710" cy="1831430"/>
            </a:xfrm>
          </p:grpSpPr>
          <p:grpSp>
            <p:nvGrpSpPr>
              <p:cNvPr id="229" name="Google Shape;229;p6"/>
              <p:cNvGrpSpPr/>
              <p:nvPr/>
            </p:nvGrpSpPr>
            <p:grpSpPr>
              <a:xfrm>
                <a:off x="7832150" y="-41164"/>
                <a:ext cx="815700" cy="706500"/>
                <a:chOff x="8022925" y="186250"/>
                <a:chExt cx="815700" cy="706500"/>
              </a:xfrm>
            </p:grpSpPr>
            <p:sp>
              <p:nvSpPr>
                <p:cNvPr id="230" name="Google Shape;230;p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1" name="Google Shape;231;p6"/>
                <p:cNvSpPr/>
                <p:nvPr/>
              </p:nvSpPr>
              <p:spPr>
                <a:xfrm>
                  <a:off x="8104477" y="256921"/>
                  <a:ext cx="652800" cy="565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2" name="Google Shape;232;p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33" name="Google Shape;233;p6"/>
              <p:cNvGrpSpPr/>
              <p:nvPr/>
            </p:nvGrpSpPr>
            <p:grpSpPr>
              <a:xfrm>
                <a:off x="7116830" y="85652"/>
                <a:ext cx="522864" cy="452867"/>
                <a:chOff x="8022925" y="186250"/>
                <a:chExt cx="815700" cy="706500"/>
              </a:xfrm>
            </p:grpSpPr>
            <p:sp>
              <p:nvSpPr>
                <p:cNvPr id="234" name="Google Shape;234;p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5" name="Google Shape;235;p6"/>
                <p:cNvSpPr/>
                <p:nvPr/>
              </p:nvSpPr>
              <p:spPr>
                <a:xfrm>
                  <a:off x="8159419" y="304478"/>
                  <a:ext cx="543000" cy="470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6" name="Google Shape;236;p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37" name="Google Shape;237;p6"/>
              <p:cNvCxnSpPr>
                <a:stCxn id="234" idx="0"/>
                <a:endCxn id="230" idx="3"/>
              </p:cNvCxnSpPr>
              <p:nvPr/>
            </p:nvCxnSpPr>
            <p:spPr>
              <a:xfrm>
                <a:off x="7639694" y="312086"/>
                <a:ext cx="192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38" name="Google Shape;238;p6"/>
              <p:cNvGrpSpPr/>
              <p:nvPr/>
            </p:nvGrpSpPr>
            <p:grpSpPr>
              <a:xfrm>
                <a:off x="6041340" y="189494"/>
                <a:ext cx="549374" cy="475828"/>
                <a:chOff x="8022925" y="93007"/>
                <a:chExt cx="815700" cy="706500"/>
              </a:xfrm>
            </p:grpSpPr>
            <p:sp>
              <p:nvSpPr>
                <p:cNvPr id="239" name="Google Shape;239;p6"/>
                <p:cNvSpPr/>
                <p:nvPr/>
              </p:nvSpPr>
              <p:spPr>
                <a:xfrm>
                  <a:off x="8022925" y="93007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40" name="Google Shape;240;p6"/>
                <p:cNvSpPr/>
                <p:nvPr/>
              </p:nvSpPr>
              <p:spPr>
                <a:xfrm>
                  <a:off x="8156075" y="208356"/>
                  <a:ext cx="549600" cy="475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41" name="Google Shape;241;p6"/>
              <p:cNvCxnSpPr>
                <a:stCxn id="234" idx="3"/>
                <a:endCxn id="239" idx="0"/>
              </p:cNvCxnSpPr>
              <p:nvPr/>
            </p:nvCxnSpPr>
            <p:spPr>
              <a:xfrm flipH="1">
                <a:off x="6590630" y="312086"/>
                <a:ext cx="526200" cy="11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42" name="Google Shape;242;p6"/>
              <p:cNvGrpSpPr/>
              <p:nvPr/>
            </p:nvGrpSpPr>
            <p:grpSpPr>
              <a:xfrm>
                <a:off x="8471225" y="665336"/>
                <a:ext cx="436661" cy="1124931"/>
                <a:chOff x="8471225" y="665336"/>
                <a:chExt cx="436661" cy="1124931"/>
              </a:xfrm>
            </p:grpSpPr>
            <p:cxnSp>
              <p:nvCxnSpPr>
                <p:cNvPr id="243" name="Google Shape;243;p6"/>
                <p:cNvCxnSpPr>
                  <a:stCxn id="230" idx="1"/>
                </p:cNvCxnSpPr>
                <p:nvPr/>
              </p:nvCxnSpPr>
              <p:spPr>
                <a:xfrm>
                  <a:off x="8471225" y="665336"/>
                  <a:ext cx="436500" cy="38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4" name="Google Shape;244;p6"/>
                <p:cNvCxnSpPr>
                  <a:endCxn id="245" idx="3"/>
                </p:cNvCxnSpPr>
                <p:nvPr/>
              </p:nvCxnSpPr>
              <p:spPr>
                <a:xfrm flipH="1">
                  <a:off x="8906986" y="1072366"/>
                  <a:ext cx="900" cy="717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46" name="Google Shape;246;p6"/>
              <p:cNvSpPr/>
              <p:nvPr/>
            </p:nvSpPr>
            <p:spPr>
              <a:xfrm>
                <a:off x="8850450" y="990550"/>
                <a:ext cx="114600" cy="114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45" name="Google Shape;245;p6"/>
            <p:cNvSpPr/>
            <p:nvPr/>
          </p:nvSpPr>
          <p:spPr>
            <a:xfrm rot="5400000">
              <a:off x="8861711" y="1534791"/>
              <a:ext cx="237300" cy="2052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47" name="Google Shape;247;p6"/>
          <p:cNvGrpSpPr/>
          <p:nvPr/>
        </p:nvGrpSpPr>
        <p:grpSpPr>
          <a:xfrm rot="10800000" flipH="1">
            <a:off x="-278087" y="-479096"/>
            <a:ext cx="1835863" cy="1646533"/>
            <a:chOff x="8352175" y="-274150"/>
            <a:chExt cx="1835863" cy="1646533"/>
          </a:xfrm>
        </p:grpSpPr>
        <p:grpSp>
          <p:nvGrpSpPr>
            <p:cNvPr id="248" name="Google Shape;248;p6"/>
            <p:cNvGrpSpPr/>
            <p:nvPr/>
          </p:nvGrpSpPr>
          <p:grpSpPr>
            <a:xfrm>
              <a:off x="9314994" y="616216"/>
              <a:ext cx="873044" cy="756167"/>
              <a:chOff x="8022925" y="186250"/>
              <a:chExt cx="815700" cy="706500"/>
            </a:xfrm>
          </p:grpSpPr>
          <p:sp>
            <p:nvSpPr>
              <p:cNvPr id="249" name="Google Shape;249;p6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3718" y="282237"/>
                <a:ext cx="594300" cy="514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40438" y="374705"/>
                <a:ext cx="380700" cy="3297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52" name="Google Shape;252;p6"/>
            <p:cNvSpPr/>
            <p:nvPr/>
          </p:nvSpPr>
          <p:spPr>
            <a:xfrm>
              <a:off x="8383126" y="-206726"/>
              <a:ext cx="457200" cy="39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9118688" y="590550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54" name="Google Shape;254;p6"/>
            <p:cNvGrpSpPr/>
            <p:nvPr/>
          </p:nvGrpSpPr>
          <p:grpSpPr>
            <a:xfrm>
              <a:off x="8408775" y="-274150"/>
              <a:ext cx="906219" cy="1300800"/>
              <a:chOff x="6860600" y="1707050"/>
              <a:chExt cx="906219" cy="1300800"/>
            </a:xfrm>
          </p:grpSpPr>
          <p:grpSp>
            <p:nvGrpSpPr>
              <p:cNvPr id="255" name="Google Shape;255;p6"/>
              <p:cNvGrpSpPr/>
              <p:nvPr/>
            </p:nvGrpSpPr>
            <p:grpSpPr>
              <a:xfrm>
                <a:off x="6860600" y="2285500"/>
                <a:ext cx="906219" cy="722350"/>
                <a:chOff x="6860600" y="2285500"/>
                <a:chExt cx="906219" cy="722350"/>
              </a:xfrm>
            </p:grpSpPr>
            <p:cxnSp>
              <p:nvCxnSpPr>
                <p:cNvPr id="256" name="Google Shape;256;p6"/>
                <p:cNvCxnSpPr>
                  <a:stCxn id="249" idx="3"/>
                </p:cNvCxnSpPr>
                <p:nvPr/>
              </p:nvCxnSpPr>
              <p:spPr>
                <a:xfrm rot="10800000">
                  <a:off x="7612919" y="2975499"/>
                  <a:ext cx="153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257" name="Google Shape;257;p6"/>
                <p:cNvGrpSpPr/>
                <p:nvPr/>
              </p:nvGrpSpPr>
              <p:grpSpPr>
                <a:xfrm>
                  <a:off x="6860600" y="2285500"/>
                  <a:ext cx="755625" cy="690000"/>
                  <a:chOff x="6860600" y="2285500"/>
                  <a:chExt cx="755625" cy="690000"/>
                </a:xfrm>
              </p:grpSpPr>
              <p:cxnSp>
                <p:nvCxnSpPr>
                  <p:cNvPr id="258" name="Google Shape;258;p6"/>
                  <p:cNvCxnSpPr/>
                  <p:nvPr/>
                </p:nvCxnSpPr>
                <p:spPr>
                  <a:xfrm rot="10800000">
                    <a:off x="7262825" y="2285500"/>
                    <a:ext cx="353400" cy="6900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59" name="Google Shape;259;p6"/>
                  <p:cNvCxnSpPr/>
                  <p:nvPr/>
                </p:nvCxnSpPr>
                <p:spPr>
                  <a:xfrm rot="10800000">
                    <a:off x="6860600" y="2289200"/>
                    <a:ext cx="405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260" name="Google Shape;260;p6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61" name="Google Shape;261;p6"/>
              <p:cNvCxnSpPr/>
              <p:nvPr/>
            </p:nvCxnSpPr>
            <p:spPr>
              <a:xfrm rot="10800000" flipH="1">
                <a:off x="7261350" y="1744525"/>
                <a:ext cx="315600" cy="54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2" name="Google Shape;262;p6"/>
              <p:cNvSpPr/>
              <p:nvPr/>
            </p:nvSpPr>
            <p:spPr>
              <a:xfrm>
                <a:off x="7545125" y="1707050"/>
                <a:ext cx="73500" cy="73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63" name="Google Shape;263;p6"/>
            <p:cNvSpPr/>
            <p:nvPr/>
          </p:nvSpPr>
          <p:spPr>
            <a:xfrm>
              <a:off x="8352175" y="268675"/>
              <a:ext cx="78600" cy="7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8504977" y="426753"/>
              <a:ext cx="307200" cy="266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AFE0D9">
                <a:alpha val="59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41184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67" name="Google Shape;267;p7"/>
          <p:cNvSpPr>
            <a:spLocks noGrp="1"/>
          </p:cNvSpPr>
          <p:nvPr>
            <p:ph type="pic" idx="2"/>
          </p:nvPr>
        </p:nvSpPr>
        <p:spPr>
          <a:xfrm>
            <a:off x="5346075" y="1411300"/>
            <a:ext cx="3084600" cy="319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69" name="Google Shape;269;p7"/>
          <p:cNvGrpSpPr/>
          <p:nvPr/>
        </p:nvGrpSpPr>
        <p:grpSpPr>
          <a:xfrm>
            <a:off x="-498798" y="-311134"/>
            <a:ext cx="9996544" cy="6330709"/>
            <a:chOff x="-498798" y="-311134"/>
            <a:chExt cx="9996544" cy="6330709"/>
          </a:xfrm>
        </p:grpSpPr>
        <p:grpSp>
          <p:nvGrpSpPr>
            <p:cNvPr id="270" name="Google Shape;270;p7"/>
            <p:cNvGrpSpPr/>
            <p:nvPr/>
          </p:nvGrpSpPr>
          <p:grpSpPr>
            <a:xfrm rot="10800000">
              <a:off x="-498798" y="3571972"/>
              <a:ext cx="2965866" cy="2447603"/>
              <a:chOff x="4428309" y="-851325"/>
              <a:chExt cx="2965866" cy="2447603"/>
            </a:xfrm>
          </p:grpSpPr>
          <p:grpSp>
            <p:nvGrpSpPr>
              <p:cNvPr id="271" name="Google Shape;271;p7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272" name="Google Shape;272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75" name="Google Shape;275;p7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276" name="Google Shape;276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78" name="Google Shape;278;p7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279" name="Google Shape;279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81" name="Google Shape;281;p7"/>
              <p:cNvGrpSpPr/>
              <p:nvPr/>
            </p:nvGrpSpPr>
            <p:grpSpPr>
              <a:xfrm>
                <a:off x="6287065" y="600244"/>
                <a:ext cx="587793" cy="509104"/>
                <a:chOff x="8296725" y="186250"/>
                <a:chExt cx="815700" cy="706500"/>
              </a:xfrm>
            </p:grpSpPr>
            <p:sp>
              <p:nvSpPr>
                <p:cNvPr id="282" name="Google Shape;282;p7"/>
                <p:cNvSpPr/>
                <p:nvPr/>
              </p:nvSpPr>
              <p:spPr>
                <a:xfrm>
                  <a:off x="82967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84871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>
                <a:off x="66965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" name="Google Shape;285;p7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6" name="Google Shape;286;p7"/>
              <p:cNvCxnSpPr>
                <a:stCxn id="279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7"/>
              <p:cNvCxnSpPr>
                <a:stCxn id="276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" name="Google Shape;288;p7"/>
              <p:cNvCxnSpPr>
                <a:stCxn id="282" idx="1"/>
              </p:cNvCxnSpPr>
              <p:nvPr/>
            </p:nvCxnSpPr>
            <p:spPr>
              <a:xfrm>
                <a:off x="67475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9" name="Google Shape;289;p7"/>
              <p:cNvSpPr/>
              <p:nvPr/>
            </p:nvSpPr>
            <p:spPr>
              <a:xfrm>
                <a:off x="69337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0" name="Google Shape;290;p7"/>
              <p:cNvCxnSpPr>
                <a:stCxn id="276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1" name="Google Shape;291;p7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6499602" y="133017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93" name="Google Shape;293;p7"/>
            <p:cNvGrpSpPr/>
            <p:nvPr/>
          </p:nvGrpSpPr>
          <p:grpSpPr>
            <a:xfrm flipH="1">
              <a:off x="8555763" y="3880174"/>
              <a:ext cx="825115" cy="1625907"/>
              <a:chOff x="9282198" y="-206726"/>
              <a:chExt cx="825115" cy="1625907"/>
            </a:xfrm>
          </p:grpSpPr>
          <p:grpSp>
            <p:nvGrpSpPr>
              <p:cNvPr id="294" name="Google Shape;294;p7"/>
              <p:cNvGrpSpPr/>
              <p:nvPr/>
            </p:nvGrpSpPr>
            <p:grpSpPr>
              <a:xfrm>
                <a:off x="9282198" y="546137"/>
                <a:ext cx="756167" cy="873044"/>
                <a:chOff x="7992283" y="120774"/>
                <a:chExt cx="706500" cy="815700"/>
              </a:xfrm>
            </p:grpSpPr>
            <p:sp>
              <p:nvSpPr>
                <p:cNvPr id="295" name="Google Shape;295;p7"/>
                <p:cNvSpPr/>
                <p:nvPr/>
              </p:nvSpPr>
              <p:spPr>
                <a:xfrm rot="5400000">
                  <a:off x="7937683" y="175374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" name="Google Shape;296;p7"/>
                <p:cNvSpPr/>
                <p:nvPr/>
              </p:nvSpPr>
              <p:spPr>
                <a:xfrm rot="5400000">
                  <a:off x="8048396" y="27146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" name="Google Shape;297;p7"/>
                <p:cNvSpPr/>
                <p:nvPr/>
              </p:nvSpPr>
              <p:spPr>
                <a:xfrm rot="5400000">
                  <a:off x="8155128" y="363787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98" name="Google Shape;298;p7"/>
              <p:cNvSpPr/>
              <p:nvPr/>
            </p:nvSpPr>
            <p:spPr>
              <a:xfrm>
                <a:off x="9547801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10005013" y="1892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00" name="Google Shape;300;p7"/>
              <p:cNvGrpSpPr/>
              <p:nvPr/>
            </p:nvGrpSpPr>
            <p:grpSpPr>
              <a:xfrm>
                <a:off x="9627930" y="363668"/>
                <a:ext cx="64800" cy="182469"/>
                <a:chOff x="8079755" y="2344868"/>
                <a:chExt cx="64800" cy="182469"/>
              </a:xfrm>
            </p:grpSpPr>
            <p:cxnSp>
              <p:nvCxnSpPr>
                <p:cNvPr id="301" name="Google Shape;301;p7"/>
                <p:cNvCxnSpPr>
                  <a:stCxn id="295" idx="3"/>
                </p:cNvCxnSpPr>
                <p:nvPr/>
              </p:nvCxnSpPr>
              <p:spPr>
                <a:xfrm rot="10800000">
                  <a:off x="8112106" y="2373437"/>
                  <a:ext cx="0" cy="153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2" name="Google Shape;302;p7"/>
                <p:cNvSpPr/>
                <p:nvPr/>
              </p:nvSpPr>
              <p:spPr>
                <a:xfrm rot="5400000">
                  <a:off x="8079755" y="2344868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03" name="Google Shape;303;p7"/>
              <p:cNvSpPr/>
              <p:nvPr/>
            </p:nvSpPr>
            <p:spPr>
              <a:xfrm>
                <a:off x="9622802" y="-1417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4" name="Google Shape;304;p7"/>
            <p:cNvGrpSpPr/>
            <p:nvPr/>
          </p:nvGrpSpPr>
          <p:grpSpPr>
            <a:xfrm flipH="1">
              <a:off x="8277176" y="-311134"/>
              <a:ext cx="1220571" cy="1450531"/>
              <a:chOff x="6134231" y="-642422"/>
              <a:chExt cx="1220571" cy="1450531"/>
            </a:xfrm>
          </p:grpSpPr>
          <p:grpSp>
            <p:nvGrpSpPr>
              <p:cNvPr id="305" name="Google Shape;305;p7"/>
              <p:cNvGrpSpPr/>
              <p:nvPr/>
            </p:nvGrpSpPr>
            <p:grpSpPr>
              <a:xfrm>
                <a:off x="6134231" y="-642422"/>
                <a:ext cx="873044" cy="756167"/>
                <a:chOff x="7392284" y="-113981"/>
                <a:chExt cx="815700" cy="706500"/>
              </a:xfrm>
            </p:grpSpPr>
            <p:sp>
              <p:nvSpPr>
                <p:cNvPr id="306" name="Google Shape;306;p7"/>
                <p:cNvSpPr/>
                <p:nvPr/>
              </p:nvSpPr>
              <p:spPr>
                <a:xfrm>
                  <a:off x="7392284" y="-113981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" name="Google Shape;307;p7"/>
                <p:cNvSpPr/>
                <p:nvPr/>
              </p:nvSpPr>
              <p:spPr>
                <a:xfrm>
                  <a:off x="7503077" y="-17994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" name="Google Shape;308;p7"/>
                <p:cNvSpPr/>
                <p:nvPr/>
              </p:nvSpPr>
              <p:spPr>
                <a:xfrm>
                  <a:off x="7609797" y="74474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09" name="Google Shape;309;p7"/>
              <p:cNvGrpSpPr/>
              <p:nvPr/>
            </p:nvGrpSpPr>
            <p:grpSpPr>
              <a:xfrm rot="10800000" flipH="1">
                <a:off x="6550088" y="-170208"/>
                <a:ext cx="804714" cy="978317"/>
                <a:chOff x="7359301" y="-25539"/>
                <a:chExt cx="804714" cy="978317"/>
              </a:xfrm>
            </p:grpSpPr>
            <p:sp>
              <p:nvSpPr>
                <p:cNvPr id="310" name="Google Shape;310;p7"/>
                <p:cNvSpPr/>
                <p:nvPr/>
              </p:nvSpPr>
              <p:spPr>
                <a:xfrm>
                  <a:off x="7359301" y="-25539"/>
                  <a:ext cx="457200" cy="39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" name="Google Shape;311;p7"/>
                <p:cNvSpPr/>
                <p:nvPr/>
              </p:nvSpPr>
              <p:spPr>
                <a:xfrm>
                  <a:off x="7499188" y="41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" name="Google Shape;312;p7"/>
                <p:cNvSpPr/>
                <p:nvPr/>
              </p:nvSpPr>
              <p:spPr>
                <a:xfrm>
                  <a:off x="7856814" y="6866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"/>
          <p:cNvSpPr txBox="1">
            <a:spLocks noGrp="1"/>
          </p:cNvSpPr>
          <p:nvPr>
            <p:ph type="title"/>
          </p:nvPr>
        </p:nvSpPr>
        <p:spPr>
          <a:xfrm>
            <a:off x="4757275" y="1534500"/>
            <a:ext cx="3673200" cy="153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5" name="Google Shape;315;p8"/>
          <p:cNvSpPr>
            <a:spLocks noGrp="1"/>
          </p:cNvSpPr>
          <p:nvPr>
            <p:ph type="pic" idx="2"/>
          </p:nvPr>
        </p:nvSpPr>
        <p:spPr>
          <a:xfrm>
            <a:off x="713225" y="785250"/>
            <a:ext cx="3858600" cy="3573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16" name="Google Shape;316;p8"/>
          <p:cNvGrpSpPr/>
          <p:nvPr/>
        </p:nvGrpSpPr>
        <p:grpSpPr>
          <a:xfrm>
            <a:off x="3451828" y="-849674"/>
            <a:ext cx="6322035" cy="6821397"/>
            <a:chOff x="3451828" y="-849674"/>
            <a:chExt cx="6322035" cy="6821397"/>
          </a:xfrm>
        </p:grpSpPr>
        <p:grpSp>
          <p:nvGrpSpPr>
            <p:cNvPr id="317" name="Google Shape;317;p8"/>
            <p:cNvGrpSpPr/>
            <p:nvPr/>
          </p:nvGrpSpPr>
          <p:grpSpPr>
            <a:xfrm rot="10800000">
              <a:off x="6356059" y="3526975"/>
              <a:ext cx="3417803" cy="2444748"/>
              <a:chOff x="5222059" y="1707050"/>
              <a:chExt cx="3417803" cy="2444748"/>
            </a:xfrm>
          </p:grpSpPr>
          <p:grpSp>
            <p:nvGrpSpPr>
              <p:cNvPr id="318" name="Google Shape;318;p8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319" name="Google Shape;319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0" name="Google Shape;320;p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1" name="Google Shape;321;p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22" name="Google Shape;322;p8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323" name="Google Shape;323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4" name="Google Shape;324;p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25" name="Google Shape;325;p8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326" name="Google Shape;326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7" name="Google Shape;327;p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28" name="Google Shape;328;p8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29" name="Google Shape;329;p8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330" name="Google Shape;330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31" name="Google Shape;331;p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32" name="Google Shape;332;p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33" name="Google Shape;333;p8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7640363" y="27595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36" name="Google Shape;336;p8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337" name="Google Shape;337;p8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338" name="Google Shape;338;p8"/>
                  <p:cNvCxnSpPr>
                    <a:stCxn id="33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339" name="Google Shape;339;p8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340" name="Google Shape;340;p8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41" name="Google Shape;341;p8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42" name="Google Shape;342;p8"/>
                    <p:cNvCxnSpPr>
                      <a:stCxn id="323" idx="5"/>
                    </p:cNvCxnSpPr>
                    <p:nvPr/>
                  </p:nvCxnSpPr>
                  <p:spPr>
                    <a:xfrm rot="10800000" flipH="1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343" name="Google Shape;343;p8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44" name="Google Shape;344;p8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45" name="Google Shape;345;p8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46" name="Google Shape;346;p8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47" name="Google Shape;347;p8"/>
            <p:cNvGrpSpPr/>
            <p:nvPr/>
          </p:nvGrpSpPr>
          <p:grpSpPr>
            <a:xfrm>
              <a:off x="3451828" y="-849674"/>
              <a:ext cx="2615301" cy="2109839"/>
              <a:chOff x="4428309" y="-851325"/>
              <a:chExt cx="2965866" cy="2392650"/>
            </a:xfrm>
          </p:grpSpPr>
          <p:grpSp>
            <p:nvGrpSpPr>
              <p:cNvPr id="348" name="Google Shape;348;p8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349" name="Google Shape;349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0" name="Google Shape;350;p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1" name="Google Shape;351;p8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52" name="Google Shape;352;p8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353" name="Google Shape;353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4" name="Google Shape;354;p8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55" name="Google Shape;355;p8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356" name="Google Shape;356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7" name="Google Shape;357;p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58" name="Google Shape;358;p8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359" name="Google Shape;359;p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0" name="Google Shape;360;p8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61" name="Google Shape;361;p8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3" name="Google Shape;363;p8"/>
              <p:cNvCxnSpPr>
                <a:stCxn id="349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4" name="Google Shape;364;p8"/>
              <p:cNvCxnSpPr>
                <a:stCxn id="359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5" name="Google Shape;365;p8"/>
              <p:cNvCxnSpPr>
                <a:stCxn id="356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6" name="Google Shape;366;p8"/>
              <p:cNvCxnSpPr>
                <a:stCxn id="353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7" name="Google Shape;367;p8"/>
              <p:cNvCxnSpPr>
                <a:stCxn id="359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68" name="Google Shape;368;p8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69" name="Google Shape;369;p8"/>
              <p:cNvCxnSpPr>
                <a:stCxn id="353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0" name="Google Shape;370;p8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5097177" y="472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75" name="Google Shape;375;p9"/>
          <p:cNvGrpSpPr/>
          <p:nvPr/>
        </p:nvGrpSpPr>
        <p:grpSpPr>
          <a:xfrm flipH="1">
            <a:off x="61713" y="-340114"/>
            <a:ext cx="9361049" cy="5744521"/>
            <a:chOff x="-278087" y="-340114"/>
            <a:chExt cx="9361049" cy="5744521"/>
          </a:xfrm>
        </p:grpSpPr>
        <p:grpSp>
          <p:nvGrpSpPr>
            <p:cNvPr id="376" name="Google Shape;376;p9"/>
            <p:cNvGrpSpPr/>
            <p:nvPr/>
          </p:nvGrpSpPr>
          <p:grpSpPr>
            <a:xfrm rot="10800000" flipH="1">
              <a:off x="4109226" y="3335677"/>
              <a:ext cx="4973735" cy="2068730"/>
              <a:chOff x="4109226" y="-312689"/>
              <a:chExt cx="4973735" cy="2068730"/>
            </a:xfrm>
          </p:grpSpPr>
          <p:grpSp>
            <p:nvGrpSpPr>
              <p:cNvPr id="377" name="Google Shape;377;p9"/>
              <p:cNvGrpSpPr/>
              <p:nvPr/>
            </p:nvGrpSpPr>
            <p:grpSpPr>
              <a:xfrm>
                <a:off x="4109226" y="-312689"/>
                <a:ext cx="4929199" cy="1831430"/>
                <a:chOff x="4035851" y="-41164"/>
                <a:chExt cx="4929199" cy="1831430"/>
              </a:xfrm>
            </p:grpSpPr>
            <p:grpSp>
              <p:nvGrpSpPr>
                <p:cNvPr id="378" name="Google Shape;378;p9"/>
                <p:cNvGrpSpPr/>
                <p:nvPr/>
              </p:nvGrpSpPr>
              <p:grpSpPr>
                <a:xfrm>
                  <a:off x="7832150" y="-41164"/>
                  <a:ext cx="815700" cy="706500"/>
                  <a:chOff x="8022925" y="186250"/>
                  <a:chExt cx="815700" cy="706500"/>
                </a:xfrm>
              </p:grpSpPr>
              <p:sp>
                <p:nvSpPr>
                  <p:cNvPr id="379" name="Google Shape;379;p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0" name="Google Shape;380;p9"/>
                  <p:cNvSpPr/>
                  <p:nvPr/>
                </p:nvSpPr>
                <p:spPr>
                  <a:xfrm>
                    <a:off x="8104477" y="256921"/>
                    <a:ext cx="652800" cy="5652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1" name="Google Shape;381;p9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382" name="Google Shape;382;p9"/>
                <p:cNvGrpSpPr/>
                <p:nvPr/>
              </p:nvGrpSpPr>
              <p:grpSpPr>
                <a:xfrm>
                  <a:off x="7116830" y="85652"/>
                  <a:ext cx="522864" cy="452867"/>
                  <a:chOff x="8022925" y="186250"/>
                  <a:chExt cx="815700" cy="706500"/>
                </a:xfrm>
              </p:grpSpPr>
              <p:sp>
                <p:nvSpPr>
                  <p:cNvPr id="383" name="Google Shape;383;p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4" name="Google Shape;384;p9"/>
                  <p:cNvSpPr/>
                  <p:nvPr/>
                </p:nvSpPr>
                <p:spPr>
                  <a:xfrm>
                    <a:off x="8159419" y="304478"/>
                    <a:ext cx="543000" cy="470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5" name="Google Shape;385;p9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86" name="Google Shape;386;p9"/>
                <p:cNvCxnSpPr>
                  <a:stCxn id="383" idx="0"/>
                  <a:endCxn id="379" idx="3"/>
                </p:cNvCxnSpPr>
                <p:nvPr/>
              </p:nvCxnSpPr>
              <p:spPr>
                <a:xfrm>
                  <a:off x="7639694" y="312086"/>
                  <a:ext cx="192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387" name="Google Shape;387;p9"/>
                <p:cNvGrpSpPr/>
                <p:nvPr/>
              </p:nvGrpSpPr>
              <p:grpSpPr>
                <a:xfrm>
                  <a:off x="6041340" y="252293"/>
                  <a:ext cx="549374" cy="475828"/>
                  <a:chOff x="8022925" y="186250"/>
                  <a:chExt cx="815700" cy="706500"/>
                </a:xfrm>
              </p:grpSpPr>
              <p:sp>
                <p:nvSpPr>
                  <p:cNvPr id="388" name="Google Shape;388;p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9" name="Google Shape;389;p9"/>
                  <p:cNvSpPr/>
                  <p:nvPr/>
                </p:nvSpPr>
                <p:spPr>
                  <a:xfrm>
                    <a:off x="8156075" y="301599"/>
                    <a:ext cx="549600" cy="475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90" name="Google Shape;390;p9"/>
                <p:cNvCxnSpPr>
                  <a:stCxn id="383" idx="3"/>
                  <a:endCxn id="388" idx="0"/>
                </p:cNvCxnSpPr>
                <p:nvPr/>
              </p:nvCxnSpPr>
              <p:spPr>
                <a:xfrm flipH="1">
                  <a:off x="6590630" y="312086"/>
                  <a:ext cx="526200" cy="178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1" name="Google Shape;391;p9"/>
                <p:cNvCxnSpPr>
                  <a:stCxn id="388" idx="3"/>
                  <a:endCxn id="392" idx="0"/>
                </p:cNvCxnSpPr>
                <p:nvPr/>
              </p:nvCxnSpPr>
              <p:spPr>
                <a:xfrm rot="10800000">
                  <a:off x="4272840" y="490207"/>
                  <a:ext cx="1768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92" name="Google Shape;392;p9"/>
                <p:cNvSpPr/>
                <p:nvPr/>
              </p:nvSpPr>
              <p:spPr>
                <a:xfrm>
                  <a:off x="4035851" y="387446"/>
                  <a:ext cx="237000" cy="205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grpSp>
              <p:nvGrpSpPr>
                <p:cNvPr id="393" name="Google Shape;393;p9"/>
                <p:cNvGrpSpPr/>
                <p:nvPr/>
              </p:nvGrpSpPr>
              <p:grpSpPr>
                <a:xfrm>
                  <a:off x="8471225" y="665336"/>
                  <a:ext cx="436661" cy="1124931"/>
                  <a:chOff x="8471225" y="665336"/>
                  <a:chExt cx="436661" cy="1124931"/>
                </a:xfrm>
              </p:grpSpPr>
              <p:cxnSp>
                <p:nvCxnSpPr>
                  <p:cNvPr id="394" name="Google Shape;394;p9"/>
                  <p:cNvCxnSpPr>
                    <a:stCxn id="379" idx="1"/>
                  </p:cNvCxnSpPr>
                  <p:nvPr/>
                </p:nvCxnSpPr>
                <p:spPr>
                  <a:xfrm>
                    <a:off x="8471225" y="665336"/>
                    <a:ext cx="436500" cy="3840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95" name="Google Shape;395;p9"/>
                  <p:cNvCxnSpPr>
                    <a:endCxn id="396" idx="3"/>
                  </p:cNvCxnSpPr>
                  <p:nvPr/>
                </p:nvCxnSpPr>
                <p:spPr>
                  <a:xfrm flipH="1">
                    <a:off x="8906986" y="1072366"/>
                    <a:ext cx="900" cy="717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397" name="Google Shape;397;p9"/>
                <p:cNvSpPr/>
                <p:nvPr/>
              </p:nvSpPr>
              <p:spPr>
                <a:xfrm>
                  <a:off x="8850450" y="990550"/>
                  <a:ext cx="114600" cy="114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96" name="Google Shape;396;p9"/>
              <p:cNvSpPr/>
              <p:nvPr/>
            </p:nvSpPr>
            <p:spPr>
              <a:xfrm rot="5400000">
                <a:off x="8861711" y="1534791"/>
                <a:ext cx="237300" cy="2052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98" name="Google Shape;398;p9"/>
            <p:cNvGrpSpPr/>
            <p:nvPr/>
          </p:nvGrpSpPr>
          <p:grpSpPr>
            <a:xfrm rot="10800000" flipH="1">
              <a:off x="-278087" y="-340114"/>
              <a:ext cx="1835863" cy="1646533"/>
              <a:chOff x="8352175" y="-274150"/>
              <a:chExt cx="1835863" cy="1646533"/>
            </a:xfrm>
          </p:grpSpPr>
          <p:grpSp>
            <p:nvGrpSpPr>
              <p:cNvPr id="399" name="Google Shape;399;p9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400" name="Google Shape;400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01" name="Google Shape;401;p9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02" name="Google Shape;402;p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03" name="Google Shape;403;p9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05" name="Google Shape;405;p9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406" name="Google Shape;406;p9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407" name="Google Shape;407;p9"/>
                  <p:cNvCxnSpPr>
                    <a:stCxn id="40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408" name="Google Shape;408;p9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409" name="Google Shape;409;p9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410" name="Google Shape;410;p9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411" name="Google Shape;411;p9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12" name="Google Shape;412;p9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13" name="Google Shape;413;p9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14" name="Google Shape;414;p9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"/>
          <p:cNvSpPr>
            <a:spLocks noGrp="1"/>
          </p:cNvSpPr>
          <p:nvPr>
            <p:ph type="pic" idx="2"/>
          </p:nvPr>
        </p:nvSpPr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10"/>
          <p:cNvSpPr txBox="1">
            <a:spLocks noGrp="1"/>
          </p:cNvSpPr>
          <p:nvPr>
            <p:ph type="title"/>
          </p:nvPr>
        </p:nvSpPr>
        <p:spPr>
          <a:xfrm>
            <a:off x="720000" y="3464675"/>
            <a:ext cx="3635400" cy="1143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>
            <a:spLocks noGrp="1"/>
          </p:cNvSpPr>
          <p:nvPr>
            <p:ph type="pic" idx="2"/>
          </p:nvPr>
        </p:nvSpPr>
        <p:spPr>
          <a:xfrm>
            <a:off x="2072100" y="2450675"/>
            <a:ext cx="4999800" cy="2157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11"/>
          <p:cNvSpPr txBox="1">
            <a:spLocks noGrp="1"/>
          </p:cNvSpPr>
          <p:nvPr>
            <p:ph type="title" hasCustomPrompt="1"/>
          </p:nvPr>
        </p:nvSpPr>
        <p:spPr>
          <a:xfrm>
            <a:off x="1982725" y="824100"/>
            <a:ext cx="5178600" cy="103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22" name="Google Shape;422;p11"/>
          <p:cNvSpPr txBox="1">
            <a:spLocks noGrp="1"/>
          </p:cNvSpPr>
          <p:nvPr>
            <p:ph type="subTitle" idx="1"/>
          </p:nvPr>
        </p:nvSpPr>
        <p:spPr>
          <a:xfrm>
            <a:off x="1982725" y="1836826"/>
            <a:ext cx="51786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23" name="Google Shape;423;p11"/>
          <p:cNvGrpSpPr/>
          <p:nvPr/>
        </p:nvGrpSpPr>
        <p:grpSpPr>
          <a:xfrm>
            <a:off x="-834447" y="-1018100"/>
            <a:ext cx="10786585" cy="2946365"/>
            <a:chOff x="-834447" y="-1018100"/>
            <a:chExt cx="10786585" cy="2946365"/>
          </a:xfrm>
        </p:grpSpPr>
        <p:grpSp>
          <p:nvGrpSpPr>
            <p:cNvPr id="424" name="Google Shape;424;p11"/>
            <p:cNvGrpSpPr/>
            <p:nvPr/>
          </p:nvGrpSpPr>
          <p:grpSpPr>
            <a:xfrm flipH="1">
              <a:off x="6534334" y="-1018100"/>
              <a:ext cx="3417803" cy="2444748"/>
              <a:chOff x="5222059" y="1707050"/>
              <a:chExt cx="3417803" cy="2444748"/>
            </a:xfrm>
          </p:grpSpPr>
          <p:grpSp>
            <p:nvGrpSpPr>
              <p:cNvPr id="425" name="Google Shape;425;p11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426" name="Google Shape;426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27" name="Google Shape;427;p11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28" name="Google Shape;428;p11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29" name="Google Shape;429;p11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430" name="Google Shape;430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1" name="Google Shape;431;p11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32" name="Google Shape;432;p11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433" name="Google Shape;433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4" name="Google Shape;434;p11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35" name="Google Shape;435;p11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36" name="Google Shape;436;p11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437" name="Google Shape;437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40" name="Google Shape;440;p11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" name="Google Shape;441;p11"/>
              <p:cNvSpPr/>
              <p:nvPr/>
            </p:nvSpPr>
            <p:spPr>
              <a:xfrm>
                <a:off x="7640363" y="27595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43" name="Google Shape;443;p11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444" name="Google Shape;444;p11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445" name="Google Shape;445;p11"/>
                  <p:cNvCxnSpPr>
                    <a:stCxn id="437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446" name="Google Shape;446;p11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447" name="Google Shape;447;p11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448" name="Google Shape;448;p11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449" name="Google Shape;449;p11"/>
                    <p:cNvCxnSpPr>
                      <a:stCxn id="430" idx="5"/>
                    </p:cNvCxnSpPr>
                    <p:nvPr/>
                  </p:nvCxnSpPr>
                  <p:spPr>
                    <a:xfrm rot="10800000" flipH="1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450" name="Google Shape;450;p11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51" name="Google Shape;451;p11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52" name="Google Shape;452;p11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53" name="Google Shape;453;p11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54" name="Google Shape;454;p11"/>
            <p:cNvGrpSpPr/>
            <p:nvPr/>
          </p:nvGrpSpPr>
          <p:grpSpPr>
            <a:xfrm>
              <a:off x="-834447" y="-181574"/>
              <a:ext cx="2615301" cy="2109839"/>
              <a:chOff x="4428309" y="-851325"/>
              <a:chExt cx="2965866" cy="2392650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456" name="Google Shape;456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57" name="Google Shape;457;p11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58" name="Google Shape;458;p11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59" name="Google Shape;459;p11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460" name="Google Shape;460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61" name="Google Shape;461;p11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62" name="Google Shape;462;p11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463" name="Google Shape;463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64" name="Google Shape;464;p11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65" name="Google Shape;465;p11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466" name="Google Shape;466;p1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67" name="Google Shape;467;p11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68" name="Google Shape;468;p11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69" name="Google Shape;469;p11"/>
              <p:cNvSpPr/>
              <p:nvPr/>
            </p:nvSpPr>
            <p:spPr>
              <a:xfrm>
                <a:off x="5734552" y="-494440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70" name="Google Shape;470;p11"/>
              <p:cNvCxnSpPr>
                <a:stCxn id="456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1" name="Google Shape;471;p11"/>
              <p:cNvCxnSpPr>
                <a:stCxn id="466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2" name="Google Shape;472;p11"/>
              <p:cNvCxnSpPr>
                <a:stCxn id="463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3" name="Google Shape;473;p11"/>
              <p:cNvCxnSpPr>
                <a:stCxn id="460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4" name="Google Shape;474;p11"/>
              <p:cNvCxnSpPr>
                <a:stCxn id="466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5" name="Google Shape;475;p11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76" name="Google Shape;476;p11"/>
              <p:cNvCxnSpPr>
                <a:stCxn id="460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7" name="Google Shape;477;p11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8" name="Google Shape;478;p11"/>
              <p:cNvSpPr/>
              <p:nvPr/>
            </p:nvSpPr>
            <p:spPr>
              <a:xfrm>
                <a:off x="5478244" y="972475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13"/>
          <p:cNvGrpSpPr/>
          <p:nvPr/>
        </p:nvGrpSpPr>
        <p:grpSpPr>
          <a:xfrm>
            <a:off x="-377824" y="-193296"/>
            <a:ext cx="10080192" cy="5625141"/>
            <a:chOff x="-377824" y="-193296"/>
            <a:chExt cx="10080192" cy="5625141"/>
          </a:xfrm>
        </p:grpSpPr>
        <p:grpSp>
          <p:nvGrpSpPr>
            <p:cNvPr id="482" name="Google Shape;482;p13"/>
            <p:cNvGrpSpPr/>
            <p:nvPr/>
          </p:nvGrpSpPr>
          <p:grpSpPr>
            <a:xfrm>
              <a:off x="7421427" y="-193296"/>
              <a:ext cx="2280941" cy="1580637"/>
              <a:chOff x="7421427" y="-193296"/>
              <a:chExt cx="2280941" cy="1580637"/>
            </a:xfrm>
          </p:grpSpPr>
          <p:grpSp>
            <p:nvGrpSpPr>
              <p:cNvPr id="483" name="Google Shape;483;p13"/>
              <p:cNvGrpSpPr/>
              <p:nvPr/>
            </p:nvGrpSpPr>
            <p:grpSpPr>
              <a:xfrm>
                <a:off x="8430777" y="-193296"/>
                <a:ext cx="1271591" cy="1580637"/>
                <a:chOff x="426827" y="-723871"/>
                <a:chExt cx="1271591" cy="1580637"/>
              </a:xfrm>
            </p:grpSpPr>
            <p:grpSp>
              <p:nvGrpSpPr>
                <p:cNvPr id="484" name="Google Shape;484;p13"/>
                <p:cNvGrpSpPr/>
                <p:nvPr/>
              </p:nvGrpSpPr>
              <p:grpSpPr>
                <a:xfrm>
                  <a:off x="436759" y="-723871"/>
                  <a:ext cx="1245819" cy="1079037"/>
                  <a:chOff x="8022925" y="186250"/>
                  <a:chExt cx="815700" cy="706500"/>
                </a:xfrm>
              </p:grpSpPr>
              <p:sp>
                <p:nvSpPr>
                  <p:cNvPr id="485" name="Google Shape;485;p13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486" name="Google Shape;486;p13"/>
                  <p:cNvSpPr/>
                  <p:nvPr/>
                </p:nvSpPr>
                <p:spPr>
                  <a:xfrm>
                    <a:off x="8066182" y="223764"/>
                    <a:ext cx="729300" cy="631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487" name="Google Shape;487;p13"/>
                  <p:cNvSpPr/>
                  <p:nvPr/>
                </p:nvSpPr>
                <p:spPr>
                  <a:xfrm>
                    <a:off x="8245500" y="379072"/>
                    <a:ext cx="370500" cy="3210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88" name="Google Shape;488;p13"/>
                <p:cNvCxnSpPr>
                  <a:stCxn id="485" idx="1"/>
                </p:cNvCxnSpPr>
                <p:nvPr/>
              </p:nvCxnSpPr>
              <p:spPr>
                <a:xfrm>
                  <a:off x="1412818" y="355166"/>
                  <a:ext cx="285600" cy="501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89" name="Google Shape;489;p13"/>
                <p:cNvSpPr/>
                <p:nvPr/>
              </p:nvSpPr>
              <p:spPr>
                <a:xfrm>
                  <a:off x="426827" y="47292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490" name="Google Shape;490;p13"/>
              <p:cNvCxnSpPr>
                <a:stCxn id="485" idx="3"/>
                <a:endCxn id="491" idx="0"/>
              </p:cNvCxnSpPr>
              <p:nvPr/>
            </p:nvCxnSpPr>
            <p:spPr>
              <a:xfrm rot="10800000">
                <a:off x="7728509" y="346223"/>
                <a:ext cx="71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1" name="Google Shape;491;p13"/>
              <p:cNvSpPr/>
              <p:nvPr/>
            </p:nvSpPr>
            <p:spPr>
              <a:xfrm>
                <a:off x="7421427" y="21317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92" name="Google Shape;492;p13"/>
            <p:cNvGrpSpPr/>
            <p:nvPr/>
          </p:nvGrpSpPr>
          <p:grpSpPr>
            <a:xfrm flipH="1">
              <a:off x="7607363" y="3785313"/>
              <a:ext cx="1835863" cy="1646533"/>
              <a:chOff x="8352175" y="-274150"/>
              <a:chExt cx="1835863" cy="1646533"/>
            </a:xfrm>
          </p:grpSpPr>
          <p:grpSp>
            <p:nvGrpSpPr>
              <p:cNvPr id="493" name="Google Shape;493;p13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494" name="Google Shape;494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5" name="Google Shape;495;p13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6" name="Google Shape;496;p13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97" name="Google Shape;497;p13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99" name="Google Shape;499;p13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500" name="Google Shape;500;p13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501" name="Google Shape;501;p13"/>
                  <p:cNvCxnSpPr>
                    <a:stCxn id="49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502" name="Google Shape;502;p13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503" name="Google Shape;503;p13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504" name="Google Shape;504;p13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505" name="Google Shape;505;p13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506" name="Google Shape;506;p13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07" name="Google Shape;507;p13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08" name="Google Shape;508;p13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10" name="Google Shape;510;p13"/>
            <p:cNvGrpSpPr/>
            <p:nvPr/>
          </p:nvGrpSpPr>
          <p:grpSpPr>
            <a:xfrm>
              <a:off x="-377824" y="3323825"/>
              <a:ext cx="1141616" cy="1740595"/>
              <a:chOff x="-377824" y="3323825"/>
              <a:chExt cx="1141616" cy="1740595"/>
            </a:xfrm>
          </p:grpSpPr>
          <p:grpSp>
            <p:nvGrpSpPr>
              <p:cNvPr id="511" name="Google Shape;511;p13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512" name="Google Shape;512;p13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513" name="Google Shape;513;p13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514" name="Google Shape;514;p1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15" name="Google Shape;515;p13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16" name="Google Shape;516;p13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517" name="Google Shape;517;p13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518" name="Google Shape;518;p13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519" name="Google Shape;519;p13"/>
                <p:cNvCxnSpPr>
                  <a:stCxn id="514" idx="1"/>
                  <a:endCxn id="520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0" name="Google Shape;520;p13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1" name="Google Shape;521;p13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22" name="Google Shape;522;p13"/>
              <p:cNvSpPr/>
              <p:nvPr/>
            </p:nvSpPr>
            <p:spPr>
              <a:xfrm>
                <a:off x="39500" y="3323825"/>
                <a:ext cx="595500" cy="5157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124250" y="3397200"/>
                <a:ext cx="426000" cy="369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24" name="Google Shape;524;p13"/>
            <p:cNvSpPr/>
            <p:nvPr/>
          </p:nvSpPr>
          <p:spPr>
            <a:xfrm flipH="1">
              <a:off x="8222213" y="122863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 flipH="1">
              <a:off x="8829538" y="1285038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26" name="Google Shape;52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13"/>
          <p:cNvSpPr txBox="1">
            <a:spLocks noGrp="1"/>
          </p:cNvSpPr>
          <p:nvPr>
            <p:ph type="subTitle" idx="1"/>
          </p:nvPr>
        </p:nvSpPr>
        <p:spPr>
          <a:xfrm>
            <a:off x="713225" y="226756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13"/>
          <p:cNvSpPr txBox="1">
            <a:spLocks noGrp="1"/>
          </p:cNvSpPr>
          <p:nvPr>
            <p:ph type="subTitle" idx="2"/>
          </p:nvPr>
        </p:nvSpPr>
        <p:spPr>
          <a:xfrm>
            <a:off x="713225" y="3952781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13"/>
          <p:cNvSpPr txBox="1">
            <a:spLocks noGrp="1"/>
          </p:cNvSpPr>
          <p:nvPr>
            <p:ph type="subTitle" idx="3"/>
          </p:nvPr>
        </p:nvSpPr>
        <p:spPr>
          <a:xfrm>
            <a:off x="3419250" y="3952781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13"/>
          <p:cNvSpPr txBox="1">
            <a:spLocks noGrp="1"/>
          </p:cNvSpPr>
          <p:nvPr>
            <p:ph type="subTitle" idx="4"/>
          </p:nvPr>
        </p:nvSpPr>
        <p:spPr>
          <a:xfrm>
            <a:off x="3419250" y="226756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13"/>
          <p:cNvSpPr txBox="1">
            <a:spLocks noGrp="1"/>
          </p:cNvSpPr>
          <p:nvPr>
            <p:ph type="title" idx="5" hasCustomPrompt="1"/>
          </p:nvPr>
        </p:nvSpPr>
        <p:spPr>
          <a:xfrm>
            <a:off x="1415375" y="1353088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2" name="Google Shape;532;p13"/>
          <p:cNvSpPr txBox="1">
            <a:spLocks noGrp="1"/>
          </p:cNvSpPr>
          <p:nvPr>
            <p:ph type="title" idx="6" hasCustomPrompt="1"/>
          </p:nvPr>
        </p:nvSpPr>
        <p:spPr>
          <a:xfrm>
            <a:off x="4121400" y="303845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>
            <a:spLocks noGrp="1"/>
          </p:cNvSpPr>
          <p:nvPr>
            <p:ph type="title" idx="7" hasCustomPrompt="1"/>
          </p:nvPr>
        </p:nvSpPr>
        <p:spPr>
          <a:xfrm>
            <a:off x="1415375" y="303845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4" name="Google Shape;534;p13"/>
          <p:cNvSpPr txBox="1">
            <a:spLocks noGrp="1"/>
          </p:cNvSpPr>
          <p:nvPr>
            <p:ph type="title" idx="8" hasCustomPrompt="1"/>
          </p:nvPr>
        </p:nvSpPr>
        <p:spPr>
          <a:xfrm>
            <a:off x="4121400" y="1353088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5" name="Google Shape;535;p13"/>
          <p:cNvSpPr txBox="1">
            <a:spLocks noGrp="1"/>
          </p:cNvSpPr>
          <p:nvPr>
            <p:ph type="subTitle" idx="9"/>
          </p:nvPr>
        </p:nvSpPr>
        <p:spPr>
          <a:xfrm>
            <a:off x="6125275" y="3952781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13"/>
          <p:cNvSpPr txBox="1">
            <a:spLocks noGrp="1"/>
          </p:cNvSpPr>
          <p:nvPr>
            <p:ph type="subTitle" idx="13"/>
          </p:nvPr>
        </p:nvSpPr>
        <p:spPr>
          <a:xfrm>
            <a:off x="6125275" y="226756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13"/>
          <p:cNvSpPr txBox="1">
            <a:spLocks noGrp="1"/>
          </p:cNvSpPr>
          <p:nvPr>
            <p:ph type="title" idx="14" hasCustomPrompt="1"/>
          </p:nvPr>
        </p:nvSpPr>
        <p:spPr>
          <a:xfrm>
            <a:off x="6827425" y="303845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8" name="Google Shape;538;p13"/>
          <p:cNvSpPr txBox="1">
            <a:spLocks noGrp="1"/>
          </p:cNvSpPr>
          <p:nvPr>
            <p:ph type="title" idx="15" hasCustomPrompt="1"/>
          </p:nvPr>
        </p:nvSpPr>
        <p:spPr>
          <a:xfrm>
            <a:off x="6827425" y="1353088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9" name="Google Shape;539;p13"/>
          <p:cNvSpPr txBox="1">
            <a:spLocks noGrp="1"/>
          </p:cNvSpPr>
          <p:nvPr>
            <p:ph type="subTitle" idx="16"/>
          </p:nvPr>
        </p:nvSpPr>
        <p:spPr>
          <a:xfrm>
            <a:off x="713225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17"/>
          </p:nvPr>
        </p:nvSpPr>
        <p:spPr>
          <a:xfrm>
            <a:off x="713225" y="362224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18"/>
          </p:nvPr>
        </p:nvSpPr>
        <p:spPr>
          <a:xfrm>
            <a:off x="3419250" y="362224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subTitle" idx="19"/>
          </p:nvPr>
        </p:nvSpPr>
        <p:spPr>
          <a:xfrm>
            <a:off x="3419250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20"/>
          </p:nvPr>
        </p:nvSpPr>
        <p:spPr>
          <a:xfrm>
            <a:off x="6125275" y="362224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21"/>
          </p:nvPr>
        </p:nvSpPr>
        <p:spPr>
          <a:xfrm>
            <a:off x="6125275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4"/>
          <p:cNvGrpSpPr/>
          <p:nvPr/>
        </p:nvGrpSpPr>
        <p:grpSpPr>
          <a:xfrm>
            <a:off x="73538" y="-321084"/>
            <a:ext cx="9450138" cy="6177334"/>
            <a:chOff x="73538" y="-321084"/>
            <a:chExt cx="9450138" cy="6177334"/>
          </a:xfrm>
        </p:grpSpPr>
        <p:grpSp>
          <p:nvGrpSpPr>
            <p:cNvPr id="547" name="Google Shape;547;p14"/>
            <p:cNvGrpSpPr/>
            <p:nvPr/>
          </p:nvGrpSpPr>
          <p:grpSpPr>
            <a:xfrm rot="10800000" flipH="1">
              <a:off x="73538" y="-283763"/>
              <a:ext cx="1835863" cy="1646533"/>
              <a:chOff x="8352175" y="-274150"/>
              <a:chExt cx="1835863" cy="1646533"/>
            </a:xfrm>
          </p:grpSpPr>
          <p:grpSp>
            <p:nvGrpSpPr>
              <p:cNvPr id="548" name="Google Shape;548;p14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549" name="Google Shape;549;p1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0" name="Google Shape;550;p14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1" name="Google Shape;551;p1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52" name="Google Shape;552;p14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554" name="Google Shape;554;p14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555" name="Google Shape;555;p14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556" name="Google Shape;556;p14"/>
                  <p:cNvCxnSpPr>
                    <a:stCxn id="549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557" name="Google Shape;557;p14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558" name="Google Shape;558;p14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559" name="Google Shape;559;p14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560" name="Google Shape;560;p14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561" name="Google Shape;561;p14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62" name="Google Shape;562;p14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63" name="Google Shape;563;p14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4" name="Google Shape;564;p14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65" name="Google Shape;565;p14"/>
            <p:cNvGrpSpPr/>
            <p:nvPr/>
          </p:nvGrpSpPr>
          <p:grpSpPr>
            <a:xfrm>
              <a:off x="7573915" y="3604191"/>
              <a:ext cx="1949760" cy="2252059"/>
              <a:chOff x="7573915" y="3604191"/>
              <a:chExt cx="1949760" cy="2252059"/>
            </a:xfrm>
          </p:grpSpPr>
          <p:grpSp>
            <p:nvGrpSpPr>
              <p:cNvPr id="566" name="Google Shape;566;p14"/>
              <p:cNvGrpSpPr/>
              <p:nvPr/>
            </p:nvGrpSpPr>
            <p:grpSpPr>
              <a:xfrm>
                <a:off x="7573915" y="3604191"/>
                <a:ext cx="1949760" cy="2252059"/>
                <a:chOff x="1557290" y="1732616"/>
                <a:chExt cx="1949760" cy="2252059"/>
              </a:xfrm>
            </p:grpSpPr>
            <p:grpSp>
              <p:nvGrpSpPr>
                <p:cNvPr id="567" name="Google Shape;567;p14"/>
                <p:cNvGrpSpPr/>
                <p:nvPr/>
              </p:nvGrpSpPr>
              <p:grpSpPr>
                <a:xfrm>
                  <a:off x="2516057" y="1732616"/>
                  <a:ext cx="990993" cy="848609"/>
                  <a:chOff x="2516057" y="1732616"/>
                  <a:chExt cx="990993" cy="848609"/>
                </a:xfrm>
              </p:grpSpPr>
              <p:grpSp>
                <p:nvGrpSpPr>
                  <p:cNvPr id="568" name="Google Shape;568;p14"/>
                  <p:cNvGrpSpPr/>
                  <p:nvPr/>
                </p:nvGrpSpPr>
                <p:grpSpPr>
                  <a:xfrm rot="10800000">
                    <a:off x="2516057" y="2024002"/>
                    <a:ext cx="587793" cy="509104"/>
                    <a:chOff x="7686886" y="186250"/>
                    <a:chExt cx="815700" cy="706500"/>
                  </a:xfrm>
                </p:grpSpPr>
                <p:sp>
                  <p:nvSpPr>
                    <p:cNvPr id="569" name="Google Shape;569;p14"/>
                    <p:cNvSpPr/>
                    <p:nvPr/>
                  </p:nvSpPr>
                  <p:spPr>
                    <a:xfrm>
                      <a:off x="7686886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70" name="Google Shape;570;p14"/>
                    <p:cNvSpPr/>
                    <p:nvPr/>
                  </p:nvSpPr>
                  <p:spPr>
                    <a:xfrm>
                      <a:off x="7877263" y="351156"/>
                      <a:ext cx="435000" cy="3768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571" name="Google Shape;571;p14"/>
                  <p:cNvSpPr/>
                  <p:nvPr/>
                </p:nvSpPr>
                <p:spPr>
                  <a:xfrm rot="10800000">
                    <a:off x="2592078" y="24789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cxnSp>
                <p:nvCxnSpPr>
                  <p:cNvPr id="572" name="Google Shape;572;p14"/>
                  <p:cNvCxnSpPr>
                    <a:stCxn id="569" idx="3"/>
                  </p:cNvCxnSpPr>
                  <p:nvPr/>
                </p:nvCxnSpPr>
                <p:spPr>
                  <a:xfrm>
                    <a:off x="3103850" y="2278554"/>
                    <a:ext cx="4032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73" name="Google Shape;573;p14"/>
                  <p:cNvCxnSpPr>
                    <a:stCxn id="569" idx="2"/>
                    <a:endCxn id="574" idx="6"/>
                  </p:cNvCxnSpPr>
                  <p:nvPr/>
                </p:nvCxnSpPr>
                <p:spPr>
                  <a:xfrm rot="10800000" flipH="1">
                    <a:off x="2976574" y="1820302"/>
                    <a:ext cx="95400" cy="2037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574" name="Google Shape;574;p14"/>
                  <p:cNvSpPr/>
                  <p:nvPr/>
                </p:nvSpPr>
                <p:spPr>
                  <a:xfrm rot="7199335">
                    <a:off x="3052346" y="1747002"/>
                    <a:ext cx="78626" cy="78626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575" name="Google Shape;575;p14"/>
                <p:cNvGrpSpPr/>
                <p:nvPr/>
              </p:nvGrpSpPr>
              <p:grpSpPr>
                <a:xfrm>
                  <a:off x="1557290" y="2633002"/>
                  <a:ext cx="1845335" cy="1351673"/>
                  <a:chOff x="1557290" y="2633002"/>
                  <a:chExt cx="1845335" cy="1351673"/>
                </a:xfrm>
              </p:grpSpPr>
              <p:grpSp>
                <p:nvGrpSpPr>
                  <p:cNvPr id="576" name="Google Shape;576;p14"/>
                  <p:cNvGrpSpPr/>
                  <p:nvPr/>
                </p:nvGrpSpPr>
                <p:grpSpPr>
                  <a:xfrm rot="10800000">
                    <a:off x="1711513" y="2709892"/>
                    <a:ext cx="841913" cy="729208"/>
                    <a:chOff x="8056501" y="215327"/>
                    <a:chExt cx="748500" cy="648300"/>
                  </a:xfrm>
                </p:grpSpPr>
                <p:sp>
                  <p:nvSpPr>
                    <p:cNvPr id="577" name="Google Shape;577;p14"/>
                    <p:cNvSpPr/>
                    <p:nvPr/>
                  </p:nvSpPr>
                  <p:spPr>
                    <a:xfrm>
                      <a:off x="8056501" y="215327"/>
                      <a:ext cx="748500" cy="6483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solidFill>
                      <a:srgbClr val="AFE0D9">
                        <a:alpha val="59490"/>
                      </a:srgbClr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78" name="Google Shape;578;p14"/>
                    <p:cNvSpPr/>
                    <p:nvPr/>
                  </p:nvSpPr>
                  <p:spPr>
                    <a:xfrm>
                      <a:off x="8169420" y="313166"/>
                      <a:ext cx="522900" cy="4527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grpSp>
                <p:nvGrpSpPr>
                  <p:cNvPr id="579" name="Google Shape;579;p14"/>
                  <p:cNvGrpSpPr/>
                  <p:nvPr/>
                </p:nvGrpSpPr>
                <p:grpSpPr>
                  <a:xfrm rot="10800000">
                    <a:off x="2814832" y="2633002"/>
                    <a:ext cx="587793" cy="509104"/>
                    <a:chOff x="8022925" y="186250"/>
                    <a:chExt cx="815700" cy="706500"/>
                  </a:xfrm>
                </p:grpSpPr>
                <p:sp>
                  <p:nvSpPr>
                    <p:cNvPr id="580" name="Google Shape;580;p14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81" name="Google Shape;581;p14"/>
                    <p:cNvSpPr/>
                    <p:nvPr/>
                  </p:nvSpPr>
                  <p:spPr>
                    <a:xfrm>
                      <a:off x="8114217" y="265360"/>
                      <a:ext cx="633300" cy="5484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cxnSp>
                <p:nvCxnSpPr>
                  <p:cNvPr id="582" name="Google Shape;582;p14"/>
                  <p:cNvCxnSpPr>
                    <a:stCxn id="580" idx="0"/>
                  </p:cNvCxnSpPr>
                  <p:nvPr/>
                </p:nvCxnSpPr>
                <p:spPr>
                  <a:xfrm rot="10800000">
                    <a:off x="2660332" y="2887554"/>
                    <a:ext cx="1545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83" name="Google Shape;583;p14"/>
                  <p:cNvCxnSpPr>
                    <a:stCxn id="577" idx="3"/>
                  </p:cNvCxnSpPr>
                  <p:nvPr/>
                </p:nvCxnSpPr>
                <p:spPr>
                  <a:xfrm rot="10800000" flipH="1">
                    <a:off x="2553425" y="2886696"/>
                    <a:ext cx="108900" cy="187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84" name="Google Shape;584;p14"/>
                  <p:cNvCxnSpPr>
                    <a:stCxn id="577" idx="5"/>
                  </p:cNvCxnSpPr>
                  <p:nvPr/>
                </p:nvCxnSpPr>
                <p:spPr>
                  <a:xfrm flipH="1">
                    <a:off x="1618115" y="3439099"/>
                    <a:ext cx="275700" cy="4776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585" name="Google Shape;585;p14"/>
                  <p:cNvSpPr/>
                  <p:nvPr/>
                </p:nvSpPr>
                <p:spPr>
                  <a:xfrm rot="10800000">
                    <a:off x="1557290" y="3906075"/>
                    <a:ext cx="78600" cy="786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</p:grpSp>
          <p:sp>
            <p:nvSpPr>
              <p:cNvPr id="586" name="Google Shape;586;p14"/>
              <p:cNvSpPr/>
              <p:nvPr/>
            </p:nvSpPr>
            <p:spPr>
              <a:xfrm rot="10800000">
                <a:off x="8650576" y="4730950"/>
                <a:ext cx="54600" cy="54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87" name="Google Shape;587;p14"/>
            <p:cNvGrpSpPr/>
            <p:nvPr/>
          </p:nvGrpSpPr>
          <p:grpSpPr>
            <a:xfrm>
              <a:off x="3949071" y="4578504"/>
              <a:ext cx="1245819" cy="1079037"/>
              <a:chOff x="8022925" y="186250"/>
              <a:chExt cx="815700" cy="706500"/>
            </a:xfrm>
          </p:grpSpPr>
          <p:sp>
            <p:nvSpPr>
              <p:cNvPr id="588" name="Google Shape;588;p14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8066182" y="223764"/>
                <a:ext cx="729300" cy="631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8194799" y="335187"/>
                <a:ext cx="471900" cy="4086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91" name="Google Shape;591;p14"/>
            <p:cNvGrpSpPr/>
            <p:nvPr/>
          </p:nvGrpSpPr>
          <p:grpSpPr>
            <a:xfrm>
              <a:off x="6487988" y="-321084"/>
              <a:ext cx="1514976" cy="1058593"/>
              <a:chOff x="6487988" y="-321084"/>
              <a:chExt cx="1514976" cy="1058593"/>
            </a:xfrm>
          </p:grpSpPr>
          <p:grpSp>
            <p:nvGrpSpPr>
              <p:cNvPr id="592" name="Google Shape;592;p14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593" name="Google Shape;593;p1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4" name="Google Shape;594;p14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5" name="Google Shape;595;p14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96" name="Google Shape;596;p14"/>
              <p:cNvGrpSpPr/>
              <p:nvPr/>
            </p:nvGrpSpPr>
            <p:grpSpPr>
              <a:xfrm rot="10800000" flipH="1">
                <a:off x="6487988" y="89717"/>
                <a:ext cx="1514976" cy="647792"/>
                <a:chOff x="7297201" y="45061"/>
                <a:chExt cx="1514976" cy="647792"/>
              </a:xfrm>
            </p:grpSpPr>
            <p:sp>
              <p:nvSpPr>
                <p:cNvPr id="597" name="Google Shape;597;p14"/>
                <p:cNvSpPr/>
                <p:nvPr/>
              </p:nvSpPr>
              <p:spPr>
                <a:xfrm>
                  <a:off x="7297201" y="45061"/>
                  <a:ext cx="457200" cy="39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8" name="Google Shape;598;p14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9" name="Google Shape;599;p14"/>
                <p:cNvSpPr/>
                <p:nvPr/>
              </p:nvSpPr>
              <p:spPr>
                <a:xfrm>
                  <a:off x="8504977" y="426753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  <p:sp>
        <p:nvSpPr>
          <p:cNvPr id="600" name="Google Shape;600;p14"/>
          <p:cNvSpPr>
            <a:spLocks noGrp="1"/>
          </p:cNvSpPr>
          <p:nvPr>
            <p:ph type="pic" idx="2"/>
          </p:nvPr>
        </p:nvSpPr>
        <p:spPr>
          <a:xfrm>
            <a:off x="713225" y="785250"/>
            <a:ext cx="2870400" cy="3573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p14"/>
          <p:cNvSpPr txBox="1">
            <a:spLocks noGrp="1"/>
          </p:cNvSpPr>
          <p:nvPr>
            <p:ph type="title"/>
          </p:nvPr>
        </p:nvSpPr>
        <p:spPr>
          <a:xfrm>
            <a:off x="4416775" y="3641174"/>
            <a:ext cx="40140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02" name="Google Shape;602;p14"/>
          <p:cNvSpPr txBox="1">
            <a:spLocks noGrp="1"/>
          </p:cNvSpPr>
          <p:nvPr>
            <p:ph type="subTitle" idx="1"/>
          </p:nvPr>
        </p:nvSpPr>
        <p:spPr>
          <a:xfrm>
            <a:off x="4416775" y="978250"/>
            <a:ext cx="4014000" cy="274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05" name="Google Shape;605;p15"/>
          <p:cNvGrpSpPr/>
          <p:nvPr/>
        </p:nvGrpSpPr>
        <p:grpSpPr>
          <a:xfrm>
            <a:off x="36670" y="-818387"/>
            <a:ext cx="9710039" cy="5836570"/>
            <a:chOff x="36670" y="-818387"/>
            <a:chExt cx="9710039" cy="5836570"/>
          </a:xfrm>
        </p:grpSpPr>
        <p:grpSp>
          <p:nvGrpSpPr>
            <p:cNvPr id="606" name="Google Shape;606;p15"/>
            <p:cNvGrpSpPr/>
            <p:nvPr/>
          </p:nvGrpSpPr>
          <p:grpSpPr>
            <a:xfrm>
              <a:off x="6586639" y="-818387"/>
              <a:ext cx="3160070" cy="2326678"/>
              <a:chOff x="6586639" y="-781700"/>
              <a:chExt cx="3160070" cy="2326678"/>
            </a:xfrm>
          </p:grpSpPr>
          <p:grpSp>
            <p:nvGrpSpPr>
              <p:cNvPr id="607" name="Google Shape;607;p15"/>
              <p:cNvGrpSpPr/>
              <p:nvPr/>
            </p:nvGrpSpPr>
            <p:grpSpPr>
              <a:xfrm flipH="1">
                <a:off x="7382025" y="-781700"/>
                <a:ext cx="2364684" cy="2326678"/>
                <a:chOff x="5404368" y="-851325"/>
                <a:chExt cx="2364684" cy="2326678"/>
              </a:xfrm>
            </p:grpSpPr>
            <p:grpSp>
              <p:nvGrpSpPr>
                <p:cNvPr id="608" name="Google Shape;608;p15"/>
                <p:cNvGrpSpPr/>
                <p:nvPr/>
              </p:nvGrpSpPr>
              <p:grpSpPr>
                <a:xfrm>
                  <a:off x="6360273" y="-338456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609" name="Google Shape;609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10" name="Google Shape;610;p15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611" name="Google Shape;611;p15"/>
                <p:cNvGrpSpPr/>
                <p:nvPr/>
              </p:nvGrpSpPr>
              <p:grpSpPr>
                <a:xfrm>
                  <a:off x="5548840" y="-8756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612" name="Google Shape;612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13" name="Google Shape;613;p15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614" name="Google Shape;614;p15"/>
                <p:cNvGrpSpPr/>
                <p:nvPr/>
              </p:nvGrpSpPr>
              <p:grpSpPr>
                <a:xfrm>
                  <a:off x="6089765" y="600244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615" name="Google Shape;615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16" name="Google Shape;616;p15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617" name="Google Shape;617;p15"/>
                <p:cNvSpPr/>
                <p:nvPr/>
              </p:nvSpPr>
              <p:spPr>
                <a:xfrm>
                  <a:off x="6499238" y="5521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8" name="Google Shape;618;p15"/>
                <p:cNvSpPr/>
                <p:nvPr/>
              </p:nvSpPr>
              <p:spPr>
                <a:xfrm>
                  <a:off x="7461852" y="112753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619" name="Google Shape;619;p15"/>
                <p:cNvCxnSpPr/>
                <p:nvPr/>
              </p:nvCxnSpPr>
              <p:spPr>
                <a:xfrm>
                  <a:off x="5404368" y="355166"/>
                  <a:ext cx="285600" cy="501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0" name="Google Shape;620;p15"/>
                <p:cNvCxnSpPr>
                  <a:stCxn id="615" idx="3"/>
                </p:cNvCxnSpPr>
                <p:nvPr/>
              </p:nvCxnSpPr>
              <p:spPr>
                <a:xfrm rot="10800000">
                  <a:off x="5686565" y="854796"/>
                  <a:ext cx="403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5"/>
                <p:cNvCxnSpPr>
                  <a:stCxn id="612" idx="0"/>
                </p:cNvCxnSpPr>
                <p:nvPr/>
              </p:nvCxnSpPr>
              <p:spPr>
                <a:xfrm>
                  <a:off x="6136634" y="245796"/>
                  <a:ext cx="154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5"/>
                <p:cNvCxnSpPr>
                  <a:stCxn id="609" idx="3"/>
                </p:cNvCxnSpPr>
                <p:nvPr/>
              </p:nvCxnSpPr>
              <p:spPr>
                <a:xfrm flipH="1">
                  <a:off x="6287073" y="58880"/>
                  <a:ext cx="73200" cy="18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5"/>
                <p:cNvCxnSpPr>
                  <a:stCxn id="615" idx="1"/>
                  <a:endCxn id="624" idx="1"/>
                </p:cNvCxnSpPr>
                <p:nvPr/>
              </p:nvCxnSpPr>
              <p:spPr>
                <a:xfrm>
                  <a:off x="6550283" y="1109348"/>
                  <a:ext cx="56400" cy="9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24" name="Google Shape;624;p15"/>
                <p:cNvSpPr/>
                <p:nvPr/>
              </p:nvSpPr>
              <p:spPr>
                <a:xfrm rot="1364276">
                  <a:off x="6582222" y="1200630"/>
                  <a:ext cx="78392" cy="78392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625" name="Google Shape;625;p15"/>
                <p:cNvCxnSpPr>
                  <a:stCxn id="609" idx="5"/>
                </p:cNvCxnSpPr>
                <p:nvPr/>
              </p:nvCxnSpPr>
              <p:spPr>
                <a:xfrm rot="10800000" flipH="1">
                  <a:off x="7079105" y="-816055"/>
                  <a:ext cx="275700" cy="47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26" name="Google Shape;626;p15"/>
                <p:cNvSpPr/>
                <p:nvPr/>
              </p:nvSpPr>
              <p:spPr>
                <a:xfrm>
                  <a:off x="7315575" y="-8513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7" name="Google Shape;627;p15"/>
                <p:cNvSpPr/>
                <p:nvPr/>
              </p:nvSpPr>
              <p:spPr>
                <a:xfrm>
                  <a:off x="6136627" y="1209253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628" name="Google Shape;628;p15"/>
              <p:cNvGrpSpPr/>
              <p:nvPr/>
            </p:nvGrpSpPr>
            <p:grpSpPr>
              <a:xfrm flipH="1">
                <a:off x="6586639" y="-215983"/>
                <a:ext cx="795389" cy="688979"/>
                <a:chOff x="8022925" y="186250"/>
                <a:chExt cx="815700" cy="706500"/>
              </a:xfrm>
            </p:grpSpPr>
            <p:sp>
              <p:nvSpPr>
                <p:cNvPr id="629" name="Google Shape;629;p1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30" name="Google Shape;630;p15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31" name="Google Shape;631;p15"/>
                <p:cNvSpPr/>
                <p:nvPr/>
              </p:nvSpPr>
              <p:spPr>
                <a:xfrm>
                  <a:off x="8222718" y="359307"/>
                  <a:ext cx="416100" cy="3606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632" name="Google Shape;632;p15"/>
              <p:cNvCxnSpPr>
                <a:stCxn id="629" idx="3"/>
                <a:endCxn id="609" idx="0"/>
              </p:cNvCxnSpPr>
              <p:nvPr/>
            </p:nvCxnSpPr>
            <p:spPr>
              <a:xfrm>
                <a:off x="7382028" y="128506"/>
                <a:ext cx="49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33" name="Google Shape;633;p15"/>
            <p:cNvGrpSpPr/>
            <p:nvPr/>
          </p:nvGrpSpPr>
          <p:grpSpPr>
            <a:xfrm flipH="1">
              <a:off x="8499344" y="3177041"/>
              <a:ext cx="1180258" cy="1390907"/>
              <a:chOff x="4046769" y="1482116"/>
              <a:chExt cx="1180258" cy="1390907"/>
            </a:xfrm>
          </p:grpSpPr>
          <p:grpSp>
            <p:nvGrpSpPr>
              <p:cNvPr id="634" name="Google Shape;634;p15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635" name="Google Shape;635;p15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636" name="Google Shape;636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37" name="Google Shape;637;p15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38" name="Google Shape;638;p15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639" name="Google Shape;639;p15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40" name="Google Shape;640;p15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641" name="Google Shape;641;p15"/>
              <p:cNvCxnSpPr>
                <a:stCxn id="636" idx="1"/>
                <a:endCxn id="642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42" name="Google Shape;642;p15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44" name="Google Shape;644;p15"/>
            <p:cNvGrpSpPr/>
            <p:nvPr/>
          </p:nvGrpSpPr>
          <p:grpSpPr>
            <a:xfrm rot="10800000" flipH="1">
              <a:off x="36670" y="3291158"/>
              <a:ext cx="1023526" cy="1727025"/>
              <a:chOff x="-5" y="2300632"/>
              <a:chExt cx="1023526" cy="1727025"/>
            </a:xfrm>
          </p:grpSpPr>
          <p:grpSp>
            <p:nvGrpSpPr>
              <p:cNvPr id="645" name="Google Shape;645;p15"/>
              <p:cNvGrpSpPr/>
              <p:nvPr/>
            </p:nvGrpSpPr>
            <p:grpSpPr>
              <a:xfrm rot="5400000">
                <a:off x="-417172" y="2717800"/>
                <a:ext cx="1413385" cy="579050"/>
                <a:chOff x="2195315" y="2002175"/>
                <a:chExt cx="1413385" cy="579050"/>
              </a:xfrm>
            </p:grpSpPr>
            <p:grpSp>
              <p:nvGrpSpPr>
                <p:cNvPr id="646" name="Google Shape;646;p15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647" name="Google Shape;647;p1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648" name="Google Shape;648;p15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649" name="Google Shape;649;p15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650" name="Google Shape;650;p15"/>
                <p:cNvCxnSpPr>
                  <a:stCxn id="647" idx="3"/>
                  <a:endCxn id="651" idx="0"/>
                </p:cNvCxnSpPr>
                <p:nvPr/>
              </p:nvCxnSpPr>
              <p:spPr>
                <a:xfrm rot="10800000">
                  <a:off x="3235200" y="1905054"/>
                  <a:ext cx="0" cy="747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52" name="Google Shape;652;p15"/>
                <p:cNvSpPr/>
                <p:nvPr/>
              </p:nvSpPr>
              <p:spPr>
                <a:xfrm rot="10800000">
                  <a:off x="2195315" y="20021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51" name="Google Shape;651;p15"/>
              <p:cNvSpPr/>
              <p:nvPr/>
            </p:nvSpPr>
            <p:spPr>
              <a:xfrm rot="-5400000">
                <a:off x="145946" y="3735157"/>
                <a:ext cx="313500" cy="2715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53" name="Google Shape;653;p15"/>
              <p:cNvSpPr/>
              <p:nvPr/>
            </p:nvSpPr>
            <p:spPr>
              <a:xfrm rot="-5400000">
                <a:off x="731021" y="2321632"/>
                <a:ext cx="313500" cy="271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6"/>
          <p:cNvSpPr txBox="1">
            <a:spLocks noGrp="1"/>
          </p:cNvSpPr>
          <p:nvPr>
            <p:ph type="title"/>
          </p:nvPr>
        </p:nvSpPr>
        <p:spPr>
          <a:xfrm>
            <a:off x="720000" y="1299413"/>
            <a:ext cx="3519600" cy="166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6" name="Google Shape;656;p16"/>
          <p:cNvSpPr txBox="1">
            <a:spLocks noGrp="1"/>
          </p:cNvSpPr>
          <p:nvPr>
            <p:ph type="subTitle" idx="1"/>
          </p:nvPr>
        </p:nvSpPr>
        <p:spPr>
          <a:xfrm>
            <a:off x="720000" y="2964838"/>
            <a:ext cx="3519600" cy="8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16"/>
          <p:cNvSpPr>
            <a:spLocks noGrp="1"/>
          </p:cNvSpPr>
          <p:nvPr>
            <p:ph type="pic" idx="2"/>
          </p:nvPr>
        </p:nvSpPr>
        <p:spPr>
          <a:xfrm>
            <a:off x="4571975" y="533875"/>
            <a:ext cx="3858900" cy="4075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658" name="Google Shape;658;p16"/>
          <p:cNvGrpSpPr/>
          <p:nvPr/>
        </p:nvGrpSpPr>
        <p:grpSpPr>
          <a:xfrm>
            <a:off x="121725" y="129827"/>
            <a:ext cx="9790940" cy="4911772"/>
            <a:chOff x="121725" y="129827"/>
            <a:chExt cx="9790940" cy="4911772"/>
          </a:xfrm>
        </p:grpSpPr>
        <p:grpSp>
          <p:nvGrpSpPr>
            <p:cNvPr id="659" name="Google Shape;659;p16"/>
            <p:cNvGrpSpPr/>
            <p:nvPr/>
          </p:nvGrpSpPr>
          <p:grpSpPr>
            <a:xfrm>
              <a:off x="8584540" y="4012900"/>
              <a:ext cx="1128460" cy="989200"/>
              <a:chOff x="2136440" y="1592025"/>
              <a:chExt cx="1128460" cy="989200"/>
            </a:xfrm>
          </p:grpSpPr>
          <p:grpSp>
            <p:nvGrpSpPr>
              <p:cNvPr id="660" name="Google Shape;660;p16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661" name="Google Shape;661;p1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63" name="Google Shape;663;p16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664" name="Google Shape;664;p16"/>
              <p:cNvCxnSpPr>
                <a:stCxn id="661" idx="3"/>
              </p:cNvCxnSpPr>
              <p:nvPr/>
            </p:nvCxnSpPr>
            <p:spPr>
              <a:xfrm>
                <a:off x="2861700" y="2278554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5" name="Google Shape;665;p16"/>
              <p:cNvCxnSpPr>
                <a:stCxn id="661" idx="1"/>
              </p:cNvCxnSpPr>
              <p:nvPr/>
            </p:nvCxnSpPr>
            <p:spPr>
              <a:xfrm rot="10800000">
                <a:off x="2174983" y="1632202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6" name="Google Shape;666;p16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67" name="Google Shape;667;p16"/>
            <p:cNvGrpSpPr/>
            <p:nvPr/>
          </p:nvGrpSpPr>
          <p:grpSpPr>
            <a:xfrm>
              <a:off x="178840" y="129827"/>
              <a:ext cx="1845335" cy="1351673"/>
              <a:chOff x="1557290" y="2633002"/>
              <a:chExt cx="1845335" cy="1351673"/>
            </a:xfrm>
          </p:grpSpPr>
          <p:grpSp>
            <p:nvGrpSpPr>
              <p:cNvPr id="668" name="Google Shape;668;p16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669" name="Google Shape;669;p1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70" name="Google Shape;670;p16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671" name="Google Shape;671;p16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672" name="Google Shape;672;p1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73" name="Google Shape;673;p16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674" name="Google Shape;674;p16"/>
              <p:cNvCxnSpPr>
                <a:stCxn id="672" idx="0"/>
              </p:cNvCxnSpPr>
              <p:nvPr/>
            </p:nvCxnSpPr>
            <p:spPr>
              <a:xfrm rot="10800000">
                <a:off x="2660332" y="2887554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5" name="Google Shape;675;p16"/>
              <p:cNvCxnSpPr>
                <a:stCxn id="669" idx="3"/>
              </p:cNvCxnSpPr>
              <p:nvPr/>
            </p:nvCxnSpPr>
            <p:spPr>
              <a:xfrm rot="10800000" flipH="1">
                <a:off x="2591192" y="288697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6" name="Google Shape;676;p16"/>
              <p:cNvCxnSpPr>
                <a:stCxn id="669" idx="5"/>
              </p:cNvCxnSpPr>
              <p:nvPr/>
            </p:nvCxnSpPr>
            <p:spPr>
              <a:xfrm flipH="1">
                <a:off x="1596661" y="347180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7" name="Google Shape;677;p16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78" name="Google Shape;678;p16"/>
            <p:cNvGrpSpPr/>
            <p:nvPr/>
          </p:nvGrpSpPr>
          <p:grpSpPr>
            <a:xfrm>
              <a:off x="121725" y="3806450"/>
              <a:ext cx="1835863" cy="1235149"/>
              <a:chOff x="8352175" y="268675"/>
              <a:chExt cx="1835863" cy="1235149"/>
            </a:xfrm>
          </p:grpSpPr>
          <p:grpSp>
            <p:nvGrpSpPr>
              <p:cNvPr id="679" name="Google Shape;679;p16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680" name="Google Shape;680;p1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81" name="Google Shape;681;p16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82" name="Google Shape;682;p1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83" name="Google Shape;683;p16"/>
              <p:cNvSpPr/>
              <p:nvPr/>
            </p:nvSpPr>
            <p:spPr>
              <a:xfrm>
                <a:off x="8942351" y="11078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84" name="Google Shape;684;p16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685" name="Google Shape;685;p16"/>
              <p:cNvGrpSpPr/>
              <p:nvPr/>
            </p:nvGrpSpPr>
            <p:grpSpPr>
              <a:xfrm>
                <a:off x="8408775" y="304300"/>
                <a:ext cx="906219" cy="722350"/>
                <a:chOff x="6860600" y="2285500"/>
                <a:chExt cx="906219" cy="722350"/>
              </a:xfrm>
            </p:grpSpPr>
            <p:cxnSp>
              <p:nvCxnSpPr>
                <p:cNvPr id="686" name="Google Shape;686;p16"/>
                <p:cNvCxnSpPr>
                  <a:stCxn id="680" idx="3"/>
                </p:cNvCxnSpPr>
                <p:nvPr/>
              </p:nvCxnSpPr>
              <p:spPr>
                <a:xfrm rot="10800000">
                  <a:off x="7612919" y="2975499"/>
                  <a:ext cx="153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687" name="Google Shape;687;p16"/>
                <p:cNvGrpSpPr/>
                <p:nvPr/>
              </p:nvGrpSpPr>
              <p:grpSpPr>
                <a:xfrm>
                  <a:off x="6860600" y="2285500"/>
                  <a:ext cx="755625" cy="690000"/>
                  <a:chOff x="6860600" y="2285500"/>
                  <a:chExt cx="755625" cy="690000"/>
                </a:xfrm>
              </p:grpSpPr>
              <p:cxnSp>
                <p:nvCxnSpPr>
                  <p:cNvPr id="688" name="Google Shape;688;p16"/>
                  <p:cNvCxnSpPr/>
                  <p:nvPr/>
                </p:nvCxnSpPr>
                <p:spPr>
                  <a:xfrm rot="10800000">
                    <a:off x="7262825" y="2285500"/>
                    <a:ext cx="353400" cy="6900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689" name="Google Shape;689;p16"/>
                  <p:cNvCxnSpPr/>
                  <p:nvPr/>
                </p:nvCxnSpPr>
                <p:spPr>
                  <a:xfrm rot="10800000">
                    <a:off x="6860600" y="2289200"/>
                    <a:ext cx="405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690" name="Google Shape;690;p16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691" name="Google Shape;691;p16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2" name="Google Shape;692;p16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93" name="Google Shape;693;p16"/>
            <p:cNvGrpSpPr/>
            <p:nvPr/>
          </p:nvGrpSpPr>
          <p:grpSpPr>
            <a:xfrm>
              <a:off x="8666846" y="3218679"/>
              <a:ext cx="1245819" cy="1079037"/>
              <a:chOff x="8022925" y="186250"/>
              <a:chExt cx="815700" cy="706500"/>
            </a:xfrm>
          </p:grpSpPr>
          <p:sp>
            <p:nvSpPr>
              <p:cNvPr id="694" name="Google Shape;694;p16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5" name="Google Shape;695;p16"/>
              <p:cNvSpPr/>
              <p:nvPr/>
            </p:nvSpPr>
            <p:spPr>
              <a:xfrm>
                <a:off x="8066182" y="223764"/>
                <a:ext cx="729300" cy="631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96" name="Google Shape;696;p16"/>
              <p:cNvSpPr/>
              <p:nvPr/>
            </p:nvSpPr>
            <p:spPr>
              <a:xfrm>
                <a:off x="8194799" y="335187"/>
                <a:ext cx="471900" cy="4086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7"/>
          <p:cNvSpPr txBox="1">
            <a:spLocks noGrp="1"/>
          </p:cNvSpPr>
          <p:nvPr>
            <p:ph type="title"/>
          </p:nvPr>
        </p:nvSpPr>
        <p:spPr>
          <a:xfrm>
            <a:off x="720000" y="1900782"/>
            <a:ext cx="3299700" cy="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17"/>
          <p:cNvSpPr txBox="1">
            <a:spLocks noGrp="1"/>
          </p:cNvSpPr>
          <p:nvPr>
            <p:ph type="subTitle" idx="1"/>
          </p:nvPr>
        </p:nvSpPr>
        <p:spPr>
          <a:xfrm>
            <a:off x="720000" y="2478150"/>
            <a:ext cx="32997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00" name="Google Shape;700;p17"/>
          <p:cNvGrpSpPr/>
          <p:nvPr/>
        </p:nvGrpSpPr>
        <p:grpSpPr>
          <a:xfrm>
            <a:off x="77240" y="69577"/>
            <a:ext cx="9491710" cy="5019384"/>
            <a:chOff x="77240" y="69577"/>
            <a:chExt cx="9491710" cy="5019384"/>
          </a:xfrm>
        </p:grpSpPr>
        <p:grpSp>
          <p:nvGrpSpPr>
            <p:cNvPr id="701" name="Google Shape;701;p17"/>
            <p:cNvGrpSpPr/>
            <p:nvPr/>
          </p:nvGrpSpPr>
          <p:grpSpPr>
            <a:xfrm rot="10800000">
              <a:off x="960740" y="659350"/>
              <a:ext cx="587793" cy="557223"/>
              <a:chOff x="2273907" y="2024002"/>
              <a:chExt cx="587793" cy="55722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06" name="Google Shape;706;p17"/>
            <p:cNvGrpSpPr/>
            <p:nvPr/>
          </p:nvGrpSpPr>
          <p:grpSpPr>
            <a:xfrm>
              <a:off x="77240" y="69577"/>
              <a:ext cx="9491710" cy="5019384"/>
              <a:chOff x="77240" y="69577"/>
              <a:chExt cx="9491710" cy="5019384"/>
            </a:xfrm>
          </p:grpSpPr>
          <p:grpSp>
            <p:nvGrpSpPr>
              <p:cNvPr id="707" name="Google Shape;707;p17"/>
              <p:cNvGrpSpPr/>
              <p:nvPr/>
            </p:nvGrpSpPr>
            <p:grpSpPr>
              <a:xfrm>
                <a:off x="77240" y="69577"/>
                <a:ext cx="1845335" cy="1351673"/>
                <a:chOff x="1557290" y="2633002"/>
                <a:chExt cx="1845335" cy="1351673"/>
              </a:xfrm>
            </p:grpSpPr>
            <p:grpSp>
              <p:nvGrpSpPr>
                <p:cNvPr id="708" name="Google Shape;708;p17"/>
                <p:cNvGrpSpPr/>
                <p:nvPr/>
              </p:nvGrpSpPr>
              <p:grpSpPr>
                <a:xfrm rot="10800000">
                  <a:off x="1673693" y="2677134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709" name="Google Shape;709;p1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10" name="Google Shape;710;p17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711" name="Google Shape;711;p17"/>
                <p:cNvGrpSpPr/>
                <p:nvPr/>
              </p:nvGrpSpPr>
              <p:grpSpPr>
                <a:xfrm rot="10800000">
                  <a:off x="2814832" y="2633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712" name="Google Shape;712;p1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13" name="Google Shape;713;p17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14" name="Google Shape;714;p17"/>
                <p:cNvCxnSpPr>
                  <a:stCxn id="712" idx="0"/>
                </p:cNvCxnSpPr>
                <p:nvPr/>
              </p:nvCxnSpPr>
              <p:spPr>
                <a:xfrm rot="10800000">
                  <a:off x="2660332" y="2887554"/>
                  <a:ext cx="154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5" name="Google Shape;715;p17"/>
                <p:cNvCxnSpPr>
                  <a:stCxn id="709" idx="3"/>
                </p:cNvCxnSpPr>
                <p:nvPr/>
              </p:nvCxnSpPr>
              <p:spPr>
                <a:xfrm rot="10800000" flipH="1">
                  <a:off x="2591192" y="2886970"/>
                  <a:ext cx="73200" cy="18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6" name="Google Shape;716;p17"/>
                <p:cNvCxnSpPr>
                  <a:stCxn id="709" idx="5"/>
                </p:cNvCxnSpPr>
                <p:nvPr/>
              </p:nvCxnSpPr>
              <p:spPr>
                <a:xfrm flipH="1">
                  <a:off x="1596661" y="3471805"/>
                  <a:ext cx="275700" cy="47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17" name="Google Shape;717;p17"/>
                <p:cNvSpPr/>
                <p:nvPr/>
              </p:nvSpPr>
              <p:spPr>
                <a:xfrm rot="10800000">
                  <a:off x="1557290" y="39060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18" name="Google Shape;718;p17"/>
              <p:cNvGrpSpPr/>
              <p:nvPr/>
            </p:nvGrpSpPr>
            <p:grpSpPr>
              <a:xfrm rot="10800000">
                <a:off x="7158025" y="138975"/>
                <a:ext cx="2410926" cy="1646533"/>
                <a:chOff x="8352175" y="-274150"/>
                <a:chExt cx="2410926" cy="1646533"/>
              </a:xfrm>
            </p:grpSpPr>
            <p:grpSp>
              <p:nvGrpSpPr>
                <p:cNvPr id="719" name="Google Shape;719;p17"/>
                <p:cNvGrpSpPr/>
                <p:nvPr/>
              </p:nvGrpSpPr>
              <p:grpSpPr>
                <a:xfrm>
                  <a:off x="9314994" y="6162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720" name="Google Shape;720;p1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21" name="Google Shape;721;p17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22" name="Google Shape;722;p17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723" name="Google Shape;723;p17"/>
                <p:cNvSpPr/>
                <p:nvPr/>
              </p:nvSpPr>
              <p:spPr>
                <a:xfrm>
                  <a:off x="10305901" y="616224"/>
                  <a:ext cx="457200" cy="39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24" name="Google Shape;724;p17"/>
                <p:cNvSpPr/>
                <p:nvPr/>
              </p:nvSpPr>
              <p:spPr>
                <a:xfrm>
                  <a:off x="9118688" y="590550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grpSp>
              <p:nvGrpSpPr>
                <p:cNvPr id="725" name="Google Shape;725;p17"/>
                <p:cNvGrpSpPr/>
                <p:nvPr/>
              </p:nvGrpSpPr>
              <p:grpSpPr>
                <a:xfrm>
                  <a:off x="8408775" y="-274150"/>
                  <a:ext cx="906219" cy="1300800"/>
                  <a:chOff x="6860600" y="1707050"/>
                  <a:chExt cx="906219" cy="1300800"/>
                </a:xfrm>
              </p:grpSpPr>
              <p:grpSp>
                <p:nvGrpSpPr>
                  <p:cNvPr id="726" name="Google Shape;726;p17"/>
                  <p:cNvGrpSpPr/>
                  <p:nvPr/>
                </p:nvGrpSpPr>
                <p:grpSpPr>
                  <a:xfrm>
                    <a:off x="6860600" y="2285500"/>
                    <a:ext cx="906219" cy="722350"/>
                    <a:chOff x="6860600" y="2285500"/>
                    <a:chExt cx="906219" cy="722350"/>
                  </a:xfrm>
                </p:grpSpPr>
                <p:cxnSp>
                  <p:nvCxnSpPr>
                    <p:cNvPr id="727" name="Google Shape;727;p17"/>
                    <p:cNvCxnSpPr>
                      <a:stCxn id="720" idx="3"/>
                    </p:cNvCxnSpPr>
                    <p:nvPr/>
                  </p:nvCxnSpPr>
                  <p:spPr>
                    <a:xfrm rot="10800000">
                      <a:off x="7612919" y="2975499"/>
                      <a:ext cx="153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grpSp>
                  <p:nvGrpSpPr>
                    <p:cNvPr id="728" name="Google Shape;728;p17"/>
                    <p:cNvGrpSpPr/>
                    <p:nvPr/>
                  </p:nvGrpSpPr>
                  <p:grpSpPr>
                    <a:xfrm>
                      <a:off x="6860600" y="2285500"/>
                      <a:ext cx="755625" cy="690000"/>
                      <a:chOff x="6860600" y="2285500"/>
                      <a:chExt cx="755625" cy="690000"/>
                    </a:xfrm>
                  </p:grpSpPr>
                  <p:cxnSp>
                    <p:nvCxnSpPr>
                      <p:cNvPr id="729" name="Google Shape;729;p17"/>
                      <p:cNvCxnSpPr/>
                      <p:nvPr/>
                    </p:nvCxnSpPr>
                    <p:spPr>
                      <a:xfrm rot="10800000">
                        <a:off x="7262825" y="2285500"/>
                        <a:ext cx="353400" cy="6900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  <p:cxnSp>
                    <p:nvCxnSpPr>
                      <p:cNvPr id="730" name="Google Shape;730;p17"/>
                      <p:cNvCxnSpPr/>
                      <p:nvPr/>
                    </p:nvCxnSpPr>
                    <p:spPr>
                      <a:xfrm rot="10800000">
                        <a:off x="6860600" y="2289200"/>
                        <a:ext cx="405900" cy="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</p:cxnSp>
                </p:grpSp>
                <p:sp>
                  <p:nvSpPr>
                    <p:cNvPr id="731" name="Google Shape;731;p17"/>
                    <p:cNvSpPr/>
                    <p:nvPr/>
                  </p:nvSpPr>
                  <p:spPr>
                    <a:xfrm>
                      <a:off x="7584350" y="2943050"/>
                      <a:ext cx="64800" cy="64800"/>
                    </a:xfrm>
                    <a:prstGeom prst="ellipse">
                      <a:avLst/>
                    </a:pr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cxnSp>
                <p:nvCxnSpPr>
                  <p:cNvPr id="732" name="Google Shape;732;p17"/>
                  <p:cNvCxnSpPr/>
                  <p:nvPr/>
                </p:nvCxnSpPr>
                <p:spPr>
                  <a:xfrm rot="10800000" flipH="1">
                    <a:off x="7261350" y="1744525"/>
                    <a:ext cx="315600" cy="546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733" name="Google Shape;733;p17"/>
                  <p:cNvSpPr/>
                  <p:nvPr/>
                </p:nvSpPr>
                <p:spPr>
                  <a:xfrm>
                    <a:off x="7545125" y="1707050"/>
                    <a:ext cx="73500" cy="732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734" name="Google Shape;734;p17"/>
                <p:cNvSpPr/>
                <p:nvPr/>
              </p:nvSpPr>
              <p:spPr>
                <a:xfrm>
                  <a:off x="8352175" y="2686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35" name="Google Shape;735;p17"/>
                <p:cNvSpPr/>
                <p:nvPr/>
              </p:nvSpPr>
              <p:spPr>
                <a:xfrm>
                  <a:off x="8942352" y="17492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36" name="Google Shape;736;p17"/>
              <p:cNvGrpSpPr/>
              <p:nvPr/>
            </p:nvGrpSpPr>
            <p:grpSpPr>
              <a:xfrm rot="5400000">
                <a:off x="224031" y="3803378"/>
                <a:ext cx="1180258" cy="1390907"/>
                <a:chOff x="4046769" y="1482116"/>
                <a:chExt cx="1180258" cy="1390907"/>
              </a:xfrm>
            </p:grpSpPr>
            <p:grpSp>
              <p:nvGrpSpPr>
                <p:cNvPr id="737" name="Google Shape;737;p17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738" name="Google Shape;738;p17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739" name="Google Shape;739;p17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740" name="Google Shape;740;p17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741" name="Google Shape;741;p17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742" name="Google Shape;742;p17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43" name="Google Shape;743;p17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44" name="Google Shape;744;p17"/>
                <p:cNvCxnSpPr>
                  <a:stCxn id="739" idx="1"/>
                  <a:endCxn id="745" idx="0"/>
                </p:cNvCxnSpPr>
                <p:nvPr/>
              </p:nvCxnSpPr>
              <p:spPr>
                <a:xfrm rot="-5400000" flipH="1">
                  <a:off x="4749671" y="2219382"/>
                  <a:ext cx="135000" cy="17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45" name="Google Shape;745;p17"/>
                <p:cNvSpPr/>
                <p:nvPr/>
              </p:nvSpPr>
              <p:spPr>
                <a:xfrm rot="-5400000">
                  <a:off x="4653574" y="2406673"/>
                  <a:ext cx="499800" cy="4329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46" name="Google Shape;746;p17"/>
                <p:cNvSpPr/>
                <p:nvPr/>
              </p:nvSpPr>
              <p:spPr>
                <a:xfrm rot="-5400000">
                  <a:off x="4704500" y="2450622"/>
                  <a:ext cx="398100" cy="345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18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grpSp>
        <p:nvGrpSpPr>
          <p:cNvPr id="750" name="Google Shape;750;p18"/>
          <p:cNvGrpSpPr/>
          <p:nvPr/>
        </p:nvGrpSpPr>
        <p:grpSpPr>
          <a:xfrm>
            <a:off x="7225313" y="56675"/>
            <a:ext cx="2410926" cy="4985600"/>
            <a:chOff x="7225313" y="56675"/>
            <a:chExt cx="2410926" cy="4985600"/>
          </a:xfrm>
        </p:grpSpPr>
        <p:grpSp>
          <p:nvGrpSpPr>
            <p:cNvPr id="751" name="Google Shape;751;p18"/>
            <p:cNvGrpSpPr/>
            <p:nvPr/>
          </p:nvGrpSpPr>
          <p:grpSpPr>
            <a:xfrm rot="10800000">
              <a:off x="7225315" y="3690602"/>
              <a:ext cx="1845335" cy="1351673"/>
              <a:chOff x="1557290" y="2633002"/>
              <a:chExt cx="1845335" cy="1351673"/>
            </a:xfrm>
          </p:grpSpPr>
          <p:grpSp>
            <p:nvGrpSpPr>
              <p:cNvPr id="752" name="Google Shape;752;p18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753" name="Google Shape;753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4" name="Google Shape;754;p18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55" name="Google Shape;755;p18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756" name="Google Shape;756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7" name="Google Shape;757;p1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758" name="Google Shape;758;p18"/>
              <p:cNvCxnSpPr>
                <a:stCxn id="756" idx="0"/>
              </p:cNvCxnSpPr>
              <p:nvPr/>
            </p:nvCxnSpPr>
            <p:spPr>
              <a:xfrm rot="10800000">
                <a:off x="2660332" y="2887554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9" name="Google Shape;759;p18"/>
              <p:cNvCxnSpPr>
                <a:stCxn id="753" idx="3"/>
              </p:cNvCxnSpPr>
              <p:nvPr/>
            </p:nvCxnSpPr>
            <p:spPr>
              <a:xfrm rot="10800000" flipH="1">
                <a:off x="2591192" y="288697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0" name="Google Shape;760;p18"/>
              <p:cNvCxnSpPr>
                <a:stCxn id="753" idx="5"/>
              </p:cNvCxnSpPr>
              <p:nvPr/>
            </p:nvCxnSpPr>
            <p:spPr>
              <a:xfrm flipH="1">
                <a:off x="1596661" y="347180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1" name="Google Shape;761;p18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62" name="Google Shape;762;p18"/>
            <p:cNvGrpSpPr/>
            <p:nvPr/>
          </p:nvGrpSpPr>
          <p:grpSpPr>
            <a:xfrm rot="10800000">
              <a:off x="7225313" y="56675"/>
              <a:ext cx="2410926" cy="1646533"/>
              <a:chOff x="8352175" y="-274150"/>
              <a:chExt cx="2410926" cy="1646533"/>
            </a:xfrm>
          </p:grpSpPr>
          <p:grpSp>
            <p:nvGrpSpPr>
              <p:cNvPr id="763" name="Google Shape;763;p18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764" name="Google Shape;764;p1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5" name="Google Shape;765;p1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6" name="Google Shape;766;p1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67" name="Google Shape;767;p18"/>
              <p:cNvSpPr/>
              <p:nvPr/>
            </p:nvSpPr>
            <p:spPr>
              <a:xfrm>
                <a:off x="10305901" y="6162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769" name="Google Shape;769;p18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770" name="Google Shape;770;p18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771" name="Google Shape;771;p18"/>
                  <p:cNvCxnSpPr>
                    <a:stCxn id="76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772" name="Google Shape;772;p18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773" name="Google Shape;773;p18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774" name="Google Shape;774;p18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775" name="Google Shape;775;p18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776" name="Google Shape;776;p18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77" name="Google Shape;777;p18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778" name="Google Shape;778;p18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8942352" y="174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2" name="Google Shape;782;p19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783" name="Google Shape;783;p19"/>
          <p:cNvGrpSpPr/>
          <p:nvPr/>
        </p:nvGrpSpPr>
        <p:grpSpPr>
          <a:xfrm>
            <a:off x="419652" y="-320547"/>
            <a:ext cx="8890113" cy="5704837"/>
            <a:chOff x="419652" y="-320547"/>
            <a:chExt cx="8890113" cy="5704837"/>
          </a:xfrm>
        </p:grpSpPr>
        <p:grpSp>
          <p:nvGrpSpPr>
            <p:cNvPr id="784" name="Google Shape;784;p19"/>
            <p:cNvGrpSpPr/>
            <p:nvPr/>
          </p:nvGrpSpPr>
          <p:grpSpPr>
            <a:xfrm>
              <a:off x="7877556" y="-320547"/>
              <a:ext cx="1180258" cy="1608559"/>
              <a:chOff x="4046769" y="1482116"/>
              <a:chExt cx="1180258" cy="1608559"/>
            </a:xfrm>
          </p:grpSpPr>
          <p:grpSp>
            <p:nvGrpSpPr>
              <p:cNvPr id="785" name="Google Shape;785;p19"/>
              <p:cNvGrpSpPr/>
              <p:nvPr/>
            </p:nvGrpSpPr>
            <p:grpSpPr>
              <a:xfrm>
                <a:off x="4046769" y="1482116"/>
                <a:ext cx="1180258" cy="1608559"/>
                <a:chOff x="4046769" y="1482116"/>
                <a:chExt cx="1180258" cy="1608559"/>
              </a:xfrm>
            </p:grpSpPr>
            <p:grpSp>
              <p:nvGrpSpPr>
                <p:cNvPr id="786" name="Google Shape;786;p19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787" name="Google Shape;787;p1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88" name="Google Shape;788;p19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789" name="Google Shape;789;p19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790" name="Google Shape;790;p19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1" name="Google Shape;791;p19"/>
                <p:cNvSpPr/>
                <p:nvPr/>
              </p:nvSpPr>
              <p:spPr>
                <a:xfrm>
                  <a:off x="5022288" y="298837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792" name="Google Shape;792;p19"/>
              <p:cNvCxnSpPr>
                <a:stCxn id="787" idx="1"/>
                <a:endCxn id="793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3" name="Google Shape;793;p19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95" name="Google Shape;795;p19"/>
            <p:cNvGrpSpPr/>
            <p:nvPr/>
          </p:nvGrpSpPr>
          <p:grpSpPr>
            <a:xfrm rot="-5400000">
              <a:off x="7939929" y="3878757"/>
              <a:ext cx="1055513" cy="1684159"/>
              <a:chOff x="9132525" y="-311776"/>
              <a:chExt cx="1055513" cy="1684159"/>
            </a:xfrm>
          </p:grpSpPr>
          <p:grpSp>
            <p:nvGrpSpPr>
              <p:cNvPr id="796" name="Google Shape;796;p19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797" name="Google Shape;797;p1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8" name="Google Shape;798;p19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9" name="Google Shape;799;p1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00" name="Google Shape;800;p19"/>
              <p:cNvSpPr/>
              <p:nvPr/>
            </p:nvSpPr>
            <p:spPr>
              <a:xfrm>
                <a:off x="9240001" y="-31177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1" name="Google Shape;801;p19"/>
              <p:cNvSpPr/>
              <p:nvPr/>
            </p:nvSpPr>
            <p:spPr>
              <a:xfrm>
                <a:off x="9283263" y="5317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802" name="Google Shape;802;p19"/>
              <p:cNvGrpSpPr/>
              <p:nvPr/>
            </p:nvGrpSpPr>
            <p:grpSpPr>
              <a:xfrm>
                <a:off x="9132525" y="961850"/>
                <a:ext cx="182469" cy="64800"/>
                <a:chOff x="7584350" y="2943050"/>
                <a:chExt cx="182469" cy="64800"/>
              </a:xfrm>
            </p:grpSpPr>
            <p:cxnSp>
              <p:nvCxnSpPr>
                <p:cNvPr id="803" name="Google Shape;803;p19"/>
                <p:cNvCxnSpPr>
                  <a:stCxn id="797" idx="3"/>
                </p:cNvCxnSpPr>
                <p:nvPr/>
              </p:nvCxnSpPr>
              <p:spPr>
                <a:xfrm>
                  <a:off x="7689869" y="2898549"/>
                  <a:ext cx="0" cy="153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04" name="Google Shape;804;p19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05" name="Google Shape;805;p19"/>
              <p:cNvSpPr/>
              <p:nvPr/>
            </p:nvSpPr>
            <p:spPr>
              <a:xfrm>
                <a:off x="9315002" y="1749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06" name="Google Shape;806;p19"/>
            <p:cNvGrpSpPr/>
            <p:nvPr/>
          </p:nvGrpSpPr>
          <p:grpSpPr>
            <a:xfrm>
              <a:off x="419652" y="4608574"/>
              <a:ext cx="895761" cy="775716"/>
              <a:chOff x="8734757" y="961160"/>
              <a:chExt cx="586500" cy="507900"/>
            </a:xfrm>
          </p:grpSpPr>
          <p:sp>
            <p:nvSpPr>
              <p:cNvPr id="807" name="Google Shape;807;p19"/>
              <p:cNvSpPr/>
              <p:nvPr/>
            </p:nvSpPr>
            <p:spPr>
              <a:xfrm>
                <a:off x="8734757" y="961160"/>
                <a:ext cx="586500" cy="507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8" name="Google Shape;808;p19"/>
              <p:cNvSpPr/>
              <p:nvPr/>
            </p:nvSpPr>
            <p:spPr>
              <a:xfrm>
                <a:off x="8765857" y="988132"/>
                <a:ext cx="5244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8858328" y="1068242"/>
                <a:ext cx="339300" cy="2937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 ">
  <p:cSld name="TITLE_AND_BODY_1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0"/>
          <p:cNvSpPr txBox="1">
            <a:spLocks noGrp="1"/>
          </p:cNvSpPr>
          <p:nvPr>
            <p:ph type="body" idx="1"/>
          </p:nvPr>
        </p:nvSpPr>
        <p:spPr>
          <a:xfrm>
            <a:off x="719975" y="1147224"/>
            <a:ext cx="7704000" cy="3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tamaran Light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813" name="Google Shape;813;p20"/>
          <p:cNvGrpSpPr/>
          <p:nvPr/>
        </p:nvGrpSpPr>
        <p:grpSpPr>
          <a:xfrm>
            <a:off x="107819" y="-693575"/>
            <a:ext cx="10278993" cy="6189648"/>
            <a:chOff x="107819" y="-693575"/>
            <a:chExt cx="10278993" cy="6189648"/>
          </a:xfrm>
        </p:grpSpPr>
        <p:grpSp>
          <p:nvGrpSpPr>
            <p:cNvPr id="814" name="Google Shape;814;p20"/>
            <p:cNvGrpSpPr/>
            <p:nvPr/>
          </p:nvGrpSpPr>
          <p:grpSpPr>
            <a:xfrm>
              <a:off x="6969009" y="3051325"/>
              <a:ext cx="3417803" cy="2444748"/>
              <a:chOff x="5222059" y="1707050"/>
              <a:chExt cx="3417803" cy="2444748"/>
            </a:xfrm>
          </p:grpSpPr>
          <p:grpSp>
            <p:nvGrpSpPr>
              <p:cNvPr id="815" name="Google Shape;815;p20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816" name="Google Shape;816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17" name="Google Shape;817;p20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22" name="Google Shape;822;p20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823" name="Google Shape;823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4" name="Google Shape;824;p20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25" name="Google Shape;825;p20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826" name="Google Shape;826;p20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827" name="Google Shape;827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8" name="Google Shape;828;p20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9" name="Google Shape;829;p20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30" name="Google Shape;830;p20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1" name="Google Shape;831;p20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2" name="Google Shape;832;p20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833" name="Google Shape;833;p20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834" name="Google Shape;834;p20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835" name="Google Shape;835;p20"/>
                  <p:cNvCxnSpPr>
                    <a:stCxn id="827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836" name="Google Shape;836;p20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837" name="Google Shape;837;p20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838" name="Google Shape;838;p20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839" name="Google Shape;839;p20"/>
                    <p:cNvCxnSpPr>
                      <a:stCxn id="820" idx="5"/>
                    </p:cNvCxnSpPr>
                    <p:nvPr/>
                  </p:nvCxnSpPr>
                  <p:spPr>
                    <a:xfrm rot="10800000" flipH="1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840" name="Google Shape;840;p20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841" name="Google Shape;841;p20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42" name="Google Shape;842;p20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43" name="Google Shape;843;p20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44" name="Google Shape;844;p20"/>
            <p:cNvGrpSpPr/>
            <p:nvPr/>
          </p:nvGrpSpPr>
          <p:grpSpPr>
            <a:xfrm>
              <a:off x="6515052" y="-693575"/>
              <a:ext cx="3213398" cy="2392650"/>
              <a:chOff x="4180777" y="-851325"/>
              <a:chExt cx="3213398" cy="2392650"/>
            </a:xfrm>
          </p:grpSpPr>
          <p:grpSp>
            <p:nvGrpSpPr>
              <p:cNvPr id="845" name="Google Shape;845;p20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846" name="Google Shape;846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47" name="Google Shape;847;p20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48" name="Google Shape;848;p20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49" name="Google Shape;849;p20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850" name="Google Shape;850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1" name="Google Shape;851;p20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52" name="Google Shape;852;p20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853" name="Google Shape;853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4" name="Google Shape;854;p20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55" name="Google Shape;855;p20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856" name="Google Shape;856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7" name="Google Shape;857;p20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58" name="Google Shape;858;p20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5752677" y="-317397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0" name="Google Shape;860;p20"/>
              <p:cNvCxnSpPr>
                <a:stCxn id="846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1" name="Google Shape;861;p20"/>
              <p:cNvCxnSpPr>
                <a:stCxn id="856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2" name="Google Shape;862;p20"/>
              <p:cNvCxnSpPr>
                <a:stCxn id="853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3" name="Google Shape;863;p20"/>
              <p:cNvCxnSpPr>
                <a:stCxn id="850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4" name="Google Shape;864;p20"/>
              <p:cNvCxnSpPr>
                <a:stCxn id="856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65" name="Google Shape;865;p20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6" name="Google Shape;866;p20"/>
              <p:cNvCxnSpPr>
                <a:stCxn id="850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67" name="Google Shape;867;p20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8" name="Google Shape;868;p20"/>
              <p:cNvSpPr/>
              <p:nvPr/>
            </p:nvSpPr>
            <p:spPr>
              <a:xfrm>
                <a:off x="4180777" y="58866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69" name="Google Shape;869;p20"/>
            <p:cNvGrpSpPr/>
            <p:nvPr/>
          </p:nvGrpSpPr>
          <p:grpSpPr>
            <a:xfrm rot="-5400000" flipH="1">
              <a:off x="213144" y="3800116"/>
              <a:ext cx="1180258" cy="1390907"/>
              <a:chOff x="4046769" y="1482116"/>
              <a:chExt cx="1180258" cy="1390907"/>
            </a:xfrm>
          </p:grpSpPr>
          <p:grpSp>
            <p:nvGrpSpPr>
              <p:cNvPr id="870" name="Google Shape;870;p20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871" name="Google Shape;871;p20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872" name="Google Shape;872;p20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73" name="Google Shape;873;p20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74" name="Google Shape;874;p20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875" name="Google Shape;875;p20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76" name="Google Shape;876;p20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877" name="Google Shape;877;p20"/>
              <p:cNvCxnSpPr>
                <a:stCxn id="872" idx="1"/>
                <a:endCxn id="878" idx="0"/>
              </p:cNvCxnSpPr>
              <p:nvPr/>
            </p:nvCxnSpPr>
            <p:spPr>
              <a:xfrm rot="-5400000" flipH="1">
                <a:off x="4749671" y="2219382"/>
                <a:ext cx="135000" cy="17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78" name="Google Shape;878;p20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9" name="Google Shape;879;p20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1"/>
          <p:cNvSpPr txBox="1">
            <a:spLocks noGrp="1"/>
          </p:cNvSpPr>
          <p:nvPr>
            <p:ph type="subTitle" idx="1"/>
          </p:nvPr>
        </p:nvSpPr>
        <p:spPr>
          <a:xfrm>
            <a:off x="937625" y="28765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1"/>
          <p:cNvSpPr txBox="1">
            <a:spLocks noGrp="1"/>
          </p:cNvSpPr>
          <p:nvPr>
            <p:ph type="subTitle" idx="2"/>
          </p:nvPr>
        </p:nvSpPr>
        <p:spPr>
          <a:xfrm>
            <a:off x="3484346" y="28765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4" name="Google Shape;884;p21"/>
          <p:cNvSpPr txBox="1">
            <a:spLocks noGrp="1"/>
          </p:cNvSpPr>
          <p:nvPr>
            <p:ph type="subTitle" idx="3"/>
          </p:nvPr>
        </p:nvSpPr>
        <p:spPr>
          <a:xfrm>
            <a:off x="6031074" y="28765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5" name="Google Shape;885;p21"/>
          <p:cNvSpPr txBox="1">
            <a:spLocks noGrp="1"/>
          </p:cNvSpPr>
          <p:nvPr>
            <p:ph type="subTitle" idx="4"/>
          </p:nvPr>
        </p:nvSpPr>
        <p:spPr>
          <a:xfrm>
            <a:off x="937625" y="2571750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86" name="Google Shape;886;p21"/>
          <p:cNvSpPr txBox="1">
            <a:spLocks noGrp="1"/>
          </p:cNvSpPr>
          <p:nvPr>
            <p:ph type="subTitle" idx="5"/>
          </p:nvPr>
        </p:nvSpPr>
        <p:spPr>
          <a:xfrm>
            <a:off x="3484347" y="2571750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887" name="Google Shape;887;p21"/>
          <p:cNvSpPr txBox="1">
            <a:spLocks noGrp="1"/>
          </p:cNvSpPr>
          <p:nvPr>
            <p:ph type="subTitle" idx="6"/>
          </p:nvPr>
        </p:nvSpPr>
        <p:spPr>
          <a:xfrm>
            <a:off x="6031075" y="2571750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888" name="Google Shape;888;p21"/>
          <p:cNvGrpSpPr/>
          <p:nvPr/>
        </p:nvGrpSpPr>
        <p:grpSpPr>
          <a:xfrm>
            <a:off x="-266412" y="169275"/>
            <a:ext cx="9838805" cy="5482894"/>
            <a:chOff x="-266412" y="169275"/>
            <a:chExt cx="9838805" cy="5482894"/>
          </a:xfrm>
        </p:grpSpPr>
        <p:grpSp>
          <p:nvGrpSpPr>
            <p:cNvPr id="889" name="Google Shape;889;p21"/>
            <p:cNvGrpSpPr/>
            <p:nvPr/>
          </p:nvGrpSpPr>
          <p:grpSpPr>
            <a:xfrm rot="5400000">
              <a:off x="7563177" y="3721379"/>
              <a:ext cx="2280941" cy="1580637"/>
              <a:chOff x="7469202" y="-252046"/>
              <a:chExt cx="2280941" cy="1580637"/>
            </a:xfrm>
          </p:grpSpPr>
          <p:grpSp>
            <p:nvGrpSpPr>
              <p:cNvPr id="890" name="Google Shape;890;p21"/>
              <p:cNvGrpSpPr/>
              <p:nvPr/>
            </p:nvGrpSpPr>
            <p:grpSpPr>
              <a:xfrm>
                <a:off x="8488484" y="-252046"/>
                <a:ext cx="1261659" cy="1580637"/>
                <a:chOff x="484534" y="-782621"/>
                <a:chExt cx="1261659" cy="1580637"/>
              </a:xfrm>
            </p:grpSpPr>
            <p:grpSp>
              <p:nvGrpSpPr>
                <p:cNvPr id="891" name="Google Shape;891;p21"/>
                <p:cNvGrpSpPr/>
                <p:nvPr/>
              </p:nvGrpSpPr>
              <p:grpSpPr>
                <a:xfrm>
                  <a:off x="484534" y="-782621"/>
                  <a:ext cx="1245819" cy="1079037"/>
                  <a:chOff x="8054206" y="147783"/>
                  <a:chExt cx="815700" cy="706500"/>
                </a:xfrm>
              </p:grpSpPr>
              <p:sp>
                <p:nvSpPr>
                  <p:cNvPr id="892" name="Google Shape;892;p21"/>
                  <p:cNvSpPr/>
                  <p:nvPr/>
                </p:nvSpPr>
                <p:spPr>
                  <a:xfrm>
                    <a:off x="8054206" y="147783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93" name="Google Shape;893;p21"/>
                  <p:cNvSpPr/>
                  <p:nvPr/>
                </p:nvSpPr>
                <p:spPr>
                  <a:xfrm>
                    <a:off x="8097463" y="185298"/>
                    <a:ext cx="729300" cy="631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94" name="Google Shape;894;p21"/>
                  <p:cNvSpPr/>
                  <p:nvPr/>
                </p:nvSpPr>
                <p:spPr>
                  <a:xfrm>
                    <a:off x="8276780" y="340606"/>
                    <a:ext cx="370500" cy="3210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895" name="Google Shape;895;p21"/>
                <p:cNvCxnSpPr>
                  <a:stCxn id="892" idx="1"/>
                </p:cNvCxnSpPr>
                <p:nvPr/>
              </p:nvCxnSpPr>
              <p:spPr>
                <a:xfrm rot="-5400000" flipH="1">
                  <a:off x="1352593" y="404416"/>
                  <a:ext cx="501600" cy="285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96" name="Google Shape;896;p21"/>
                <p:cNvSpPr/>
                <p:nvPr/>
              </p:nvSpPr>
              <p:spPr>
                <a:xfrm>
                  <a:off x="879227" y="4141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897" name="Google Shape;897;p21"/>
              <p:cNvCxnSpPr>
                <a:stCxn id="892" idx="3"/>
                <a:endCxn id="898" idx="0"/>
              </p:cNvCxnSpPr>
              <p:nvPr/>
            </p:nvCxnSpPr>
            <p:spPr>
              <a:xfrm>
                <a:off x="8132384" y="-68627"/>
                <a:ext cx="0" cy="7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98" name="Google Shape;898;p21"/>
              <p:cNvSpPr/>
              <p:nvPr/>
            </p:nvSpPr>
            <p:spPr>
              <a:xfrm>
                <a:off x="7469202" y="1544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99" name="Google Shape;899;p21"/>
            <p:cNvGrpSpPr/>
            <p:nvPr/>
          </p:nvGrpSpPr>
          <p:grpSpPr>
            <a:xfrm>
              <a:off x="-266412" y="3745938"/>
              <a:ext cx="1835863" cy="1646533"/>
              <a:chOff x="8352175" y="-274150"/>
              <a:chExt cx="1835863" cy="1646533"/>
            </a:xfrm>
          </p:grpSpPr>
          <p:grpSp>
            <p:nvGrpSpPr>
              <p:cNvPr id="900" name="Google Shape;900;p21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901" name="Google Shape;901;p21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02" name="Google Shape;902;p21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03" name="Google Shape;903;p21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04" name="Google Shape;904;p21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5" name="Google Shape;905;p21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906" name="Google Shape;906;p21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907" name="Google Shape;907;p21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908" name="Google Shape;908;p21"/>
                  <p:cNvCxnSpPr>
                    <a:stCxn id="901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909" name="Google Shape;909;p21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910" name="Google Shape;910;p21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911" name="Google Shape;911;p21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912" name="Google Shape;912;p21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913" name="Google Shape;913;p21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14" name="Google Shape;914;p21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15" name="Google Shape;915;p21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6" name="Google Shape;916;p21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17" name="Google Shape;917;p21"/>
            <p:cNvGrpSpPr/>
            <p:nvPr/>
          </p:nvGrpSpPr>
          <p:grpSpPr>
            <a:xfrm flipH="1">
              <a:off x="8430776" y="169275"/>
              <a:ext cx="1141616" cy="1740595"/>
              <a:chOff x="-377824" y="3323825"/>
              <a:chExt cx="1141616" cy="1740595"/>
            </a:xfrm>
          </p:grpSpPr>
          <p:grpSp>
            <p:nvGrpSpPr>
              <p:cNvPr id="918" name="Google Shape;918;p21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919" name="Google Shape;919;p21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920" name="Google Shape;920;p21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921" name="Google Shape;921;p21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22" name="Google Shape;922;p21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923" name="Google Shape;923;p21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924" name="Google Shape;924;p21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25" name="Google Shape;925;p21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926" name="Google Shape;926;p21"/>
                <p:cNvCxnSpPr>
                  <a:stCxn id="921" idx="1"/>
                  <a:endCxn id="927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27" name="Google Shape;927;p21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28" name="Google Shape;928;p21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29" name="Google Shape;929;p21"/>
              <p:cNvSpPr/>
              <p:nvPr/>
            </p:nvSpPr>
            <p:spPr>
              <a:xfrm>
                <a:off x="-70275" y="3323825"/>
                <a:ext cx="595500" cy="5157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0" name="Google Shape;930;p21"/>
              <p:cNvSpPr/>
              <p:nvPr/>
            </p:nvSpPr>
            <p:spPr>
              <a:xfrm>
                <a:off x="14475" y="3397200"/>
                <a:ext cx="426000" cy="369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3" name="Google Shape;933;p22"/>
          <p:cNvSpPr txBox="1">
            <a:spLocks noGrp="1"/>
          </p:cNvSpPr>
          <p:nvPr>
            <p:ph type="subTitle" idx="1"/>
          </p:nvPr>
        </p:nvSpPr>
        <p:spPr>
          <a:xfrm>
            <a:off x="720025" y="1714213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4" name="Google Shape;934;p22"/>
          <p:cNvSpPr txBox="1">
            <a:spLocks noGrp="1"/>
          </p:cNvSpPr>
          <p:nvPr>
            <p:ph type="subTitle" idx="2"/>
          </p:nvPr>
        </p:nvSpPr>
        <p:spPr>
          <a:xfrm>
            <a:off x="720025" y="283590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5" name="Google Shape;935;p22"/>
          <p:cNvSpPr txBox="1">
            <a:spLocks noGrp="1"/>
          </p:cNvSpPr>
          <p:nvPr>
            <p:ph type="subTitle" idx="3"/>
          </p:nvPr>
        </p:nvSpPr>
        <p:spPr>
          <a:xfrm>
            <a:off x="720025" y="3954896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6" name="Google Shape;936;p22"/>
          <p:cNvSpPr txBox="1">
            <a:spLocks noGrp="1"/>
          </p:cNvSpPr>
          <p:nvPr>
            <p:ph type="subTitle" idx="4"/>
          </p:nvPr>
        </p:nvSpPr>
        <p:spPr>
          <a:xfrm>
            <a:off x="720025" y="1241271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937" name="Google Shape;937;p22"/>
          <p:cNvSpPr txBox="1">
            <a:spLocks noGrp="1"/>
          </p:cNvSpPr>
          <p:nvPr>
            <p:ph type="subTitle" idx="5"/>
          </p:nvPr>
        </p:nvSpPr>
        <p:spPr>
          <a:xfrm>
            <a:off x="720025" y="2357298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938" name="Google Shape;938;p22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939" name="Google Shape;939;p22"/>
          <p:cNvGrpSpPr/>
          <p:nvPr/>
        </p:nvGrpSpPr>
        <p:grpSpPr>
          <a:xfrm>
            <a:off x="36670" y="-818387"/>
            <a:ext cx="9710039" cy="5836570"/>
            <a:chOff x="36670" y="-818387"/>
            <a:chExt cx="9710039" cy="5836570"/>
          </a:xfrm>
        </p:grpSpPr>
        <p:grpSp>
          <p:nvGrpSpPr>
            <p:cNvPr id="940" name="Google Shape;940;p22"/>
            <p:cNvGrpSpPr/>
            <p:nvPr/>
          </p:nvGrpSpPr>
          <p:grpSpPr>
            <a:xfrm>
              <a:off x="6586639" y="-818387"/>
              <a:ext cx="3160070" cy="2392650"/>
              <a:chOff x="6586639" y="-781700"/>
              <a:chExt cx="3160070" cy="2392650"/>
            </a:xfrm>
          </p:grpSpPr>
          <p:grpSp>
            <p:nvGrpSpPr>
              <p:cNvPr id="941" name="Google Shape;941;p22"/>
              <p:cNvGrpSpPr/>
              <p:nvPr/>
            </p:nvGrpSpPr>
            <p:grpSpPr>
              <a:xfrm flipH="1">
                <a:off x="7382025" y="-781700"/>
                <a:ext cx="2364684" cy="2392650"/>
                <a:chOff x="5404368" y="-851325"/>
                <a:chExt cx="2364684" cy="2392650"/>
              </a:xfrm>
            </p:grpSpPr>
            <p:grpSp>
              <p:nvGrpSpPr>
                <p:cNvPr id="942" name="Google Shape;942;p22"/>
                <p:cNvGrpSpPr/>
                <p:nvPr/>
              </p:nvGrpSpPr>
              <p:grpSpPr>
                <a:xfrm>
                  <a:off x="6360273" y="-338456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943" name="Google Shape;943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44" name="Google Shape;944;p22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945" name="Google Shape;945;p22"/>
                <p:cNvGrpSpPr/>
                <p:nvPr/>
              </p:nvGrpSpPr>
              <p:grpSpPr>
                <a:xfrm>
                  <a:off x="5548840" y="-8756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946" name="Google Shape;946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47" name="Google Shape;947;p22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948" name="Google Shape;948;p22"/>
                <p:cNvGrpSpPr/>
                <p:nvPr/>
              </p:nvGrpSpPr>
              <p:grpSpPr>
                <a:xfrm>
                  <a:off x="6089765" y="600244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949" name="Google Shape;949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50" name="Google Shape;950;p22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951" name="Google Shape;951;p22"/>
                <p:cNvSpPr/>
                <p:nvPr/>
              </p:nvSpPr>
              <p:spPr>
                <a:xfrm>
                  <a:off x="6499238" y="5521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52" name="Google Shape;952;p22"/>
                <p:cNvSpPr/>
                <p:nvPr/>
              </p:nvSpPr>
              <p:spPr>
                <a:xfrm>
                  <a:off x="7461852" y="112753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953" name="Google Shape;953;p22"/>
                <p:cNvCxnSpPr/>
                <p:nvPr/>
              </p:nvCxnSpPr>
              <p:spPr>
                <a:xfrm>
                  <a:off x="5404368" y="355166"/>
                  <a:ext cx="285600" cy="501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22"/>
                <p:cNvCxnSpPr>
                  <a:stCxn id="949" idx="3"/>
                </p:cNvCxnSpPr>
                <p:nvPr/>
              </p:nvCxnSpPr>
              <p:spPr>
                <a:xfrm rot="10800000">
                  <a:off x="5686565" y="854796"/>
                  <a:ext cx="403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5" name="Google Shape;955;p22"/>
                <p:cNvCxnSpPr>
                  <a:stCxn id="946" idx="0"/>
                </p:cNvCxnSpPr>
                <p:nvPr/>
              </p:nvCxnSpPr>
              <p:spPr>
                <a:xfrm>
                  <a:off x="6136634" y="245796"/>
                  <a:ext cx="154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6" name="Google Shape;956;p22"/>
                <p:cNvCxnSpPr>
                  <a:stCxn id="943" idx="3"/>
                </p:cNvCxnSpPr>
                <p:nvPr/>
              </p:nvCxnSpPr>
              <p:spPr>
                <a:xfrm flipH="1">
                  <a:off x="6287073" y="58880"/>
                  <a:ext cx="73200" cy="18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7" name="Google Shape;957;p22"/>
                <p:cNvCxnSpPr>
                  <a:stCxn id="949" idx="1"/>
                </p:cNvCxnSpPr>
                <p:nvPr/>
              </p:nvCxnSpPr>
              <p:spPr>
                <a:xfrm>
                  <a:off x="6550283" y="1109348"/>
                  <a:ext cx="226200" cy="3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58" name="Google Shape;958;p22"/>
                <p:cNvSpPr/>
                <p:nvPr/>
              </p:nvSpPr>
              <p:spPr>
                <a:xfrm>
                  <a:off x="6736425" y="14627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959" name="Google Shape;959;p22"/>
                <p:cNvCxnSpPr>
                  <a:stCxn id="943" idx="5"/>
                </p:cNvCxnSpPr>
                <p:nvPr/>
              </p:nvCxnSpPr>
              <p:spPr>
                <a:xfrm rot="10800000" flipH="1">
                  <a:off x="7079105" y="-816055"/>
                  <a:ext cx="275700" cy="47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60" name="Google Shape;960;p22"/>
                <p:cNvSpPr/>
                <p:nvPr/>
              </p:nvSpPr>
              <p:spPr>
                <a:xfrm>
                  <a:off x="7315575" y="-8513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61" name="Google Shape;961;p22"/>
                <p:cNvSpPr/>
                <p:nvPr/>
              </p:nvSpPr>
              <p:spPr>
                <a:xfrm>
                  <a:off x="6136627" y="1209253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962" name="Google Shape;962;p22"/>
              <p:cNvGrpSpPr/>
              <p:nvPr/>
            </p:nvGrpSpPr>
            <p:grpSpPr>
              <a:xfrm flipH="1">
                <a:off x="6586639" y="-215983"/>
                <a:ext cx="795389" cy="688979"/>
                <a:chOff x="8022925" y="186250"/>
                <a:chExt cx="815700" cy="706500"/>
              </a:xfrm>
            </p:grpSpPr>
            <p:sp>
              <p:nvSpPr>
                <p:cNvPr id="963" name="Google Shape;963;p2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64" name="Google Shape;964;p22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65" name="Google Shape;965;p22"/>
                <p:cNvSpPr/>
                <p:nvPr/>
              </p:nvSpPr>
              <p:spPr>
                <a:xfrm>
                  <a:off x="8222718" y="359307"/>
                  <a:ext cx="416100" cy="3606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966" name="Google Shape;966;p22"/>
              <p:cNvCxnSpPr>
                <a:stCxn id="963" idx="3"/>
                <a:endCxn id="943" idx="0"/>
              </p:cNvCxnSpPr>
              <p:nvPr/>
            </p:nvCxnSpPr>
            <p:spPr>
              <a:xfrm>
                <a:off x="7382028" y="128506"/>
                <a:ext cx="49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67" name="Google Shape;967;p22"/>
            <p:cNvGrpSpPr/>
            <p:nvPr/>
          </p:nvGrpSpPr>
          <p:grpSpPr>
            <a:xfrm flipH="1">
              <a:off x="8430769" y="3177041"/>
              <a:ext cx="1180258" cy="1390907"/>
              <a:chOff x="4046769" y="1482116"/>
              <a:chExt cx="1180258" cy="1390907"/>
            </a:xfrm>
          </p:grpSpPr>
          <p:grpSp>
            <p:nvGrpSpPr>
              <p:cNvPr id="968" name="Google Shape;968;p22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969" name="Google Shape;969;p22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72" name="Google Shape;972;p22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973" name="Google Shape;973;p22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74" name="Google Shape;974;p22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975" name="Google Shape;975;p22"/>
              <p:cNvCxnSpPr>
                <a:stCxn id="970" idx="1"/>
                <a:endCxn id="976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6" name="Google Shape;976;p22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78" name="Google Shape;978;p22"/>
            <p:cNvGrpSpPr/>
            <p:nvPr/>
          </p:nvGrpSpPr>
          <p:grpSpPr>
            <a:xfrm rot="10800000" flipH="1">
              <a:off x="36670" y="3291158"/>
              <a:ext cx="1023526" cy="1727025"/>
              <a:chOff x="-5" y="2300632"/>
              <a:chExt cx="1023526" cy="1727025"/>
            </a:xfrm>
          </p:grpSpPr>
          <p:grpSp>
            <p:nvGrpSpPr>
              <p:cNvPr id="979" name="Google Shape;979;p22"/>
              <p:cNvGrpSpPr/>
              <p:nvPr/>
            </p:nvGrpSpPr>
            <p:grpSpPr>
              <a:xfrm rot="5400000">
                <a:off x="-417172" y="2717800"/>
                <a:ext cx="1413385" cy="579050"/>
                <a:chOff x="2195315" y="2002175"/>
                <a:chExt cx="1413385" cy="579050"/>
              </a:xfrm>
            </p:grpSpPr>
            <p:grpSp>
              <p:nvGrpSpPr>
                <p:cNvPr id="980" name="Google Shape;980;p22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981" name="Google Shape;981;p22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982" name="Google Shape;982;p22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983" name="Google Shape;983;p22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984" name="Google Shape;984;p22"/>
                <p:cNvCxnSpPr>
                  <a:stCxn id="981" idx="3"/>
                  <a:endCxn id="985" idx="0"/>
                </p:cNvCxnSpPr>
                <p:nvPr/>
              </p:nvCxnSpPr>
              <p:spPr>
                <a:xfrm rot="10800000">
                  <a:off x="3235200" y="1905054"/>
                  <a:ext cx="0" cy="747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86" name="Google Shape;986;p22"/>
                <p:cNvSpPr/>
                <p:nvPr/>
              </p:nvSpPr>
              <p:spPr>
                <a:xfrm rot="10800000">
                  <a:off x="2195315" y="20021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985" name="Google Shape;985;p22"/>
              <p:cNvSpPr/>
              <p:nvPr/>
            </p:nvSpPr>
            <p:spPr>
              <a:xfrm rot="-5400000">
                <a:off x="145946" y="3735157"/>
                <a:ext cx="313500" cy="2715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7" name="Google Shape;987;p22"/>
              <p:cNvSpPr/>
              <p:nvPr/>
            </p:nvSpPr>
            <p:spPr>
              <a:xfrm rot="-5400000">
                <a:off x="731021" y="2321632"/>
                <a:ext cx="313500" cy="271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23"/>
          <p:cNvSpPr txBox="1">
            <a:spLocks noGrp="1"/>
          </p:cNvSpPr>
          <p:nvPr>
            <p:ph type="subTitle" idx="1"/>
          </p:nvPr>
        </p:nvSpPr>
        <p:spPr>
          <a:xfrm>
            <a:off x="1294375" y="1655237"/>
            <a:ext cx="71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23"/>
          <p:cNvSpPr txBox="1">
            <a:spLocks noGrp="1"/>
          </p:cNvSpPr>
          <p:nvPr>
            <p:ph type="subTitle" idx="2"/>
          </p:nvPr>
        </p:nvSpPr>
        <p:spPr>
          <a:xfrm>
            <a:off x="1294385" y="2798237"/>
            <a:ext cx="71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23"/>
          <p:cNvSpPr txBox="1">
            <a:spLocks noGrp="1"/>
          </p:cNvSpPr>
          <p:nvPr>
            <p:ph type="subTitle" idx="3"/>
          </p:nvPr>
        </p:nvSpPr>
        <p:spPr>
          <a:xfrm>
            <a:off x="1294385" y="3941237"/>
            <a:ext cx="71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 txBox="1">
            <a:spLocks noGrp="1"/>
          </p:cNvSpPr>
          <p:nvPr>
            <p:ph type="subTitle" idx="4"/>
          </p:nvPr>
        </p:nvSpPr>
        <p:spPr>
          <a:xfrm>
            <a:off x="1294375" y="1375477"/>
            <a:ext cx="7136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994" name="Google Shape;994;p23"/>
          <p:cNvSpPr txBox="1">
            <a:spLocks noGrp="1"/>
          </p:cNvSpPr>
          <p:nvPr>
            <p:ph type="subTitle" idx="5"/>
          </p:nvPr>
        </p:nvSpPr>
        <p:spPr>
          <a:xfrm>
            <a:off x="1294375" y="2496027"/>
            <a:ext cx="7136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995" name="Google Shape;995;p23"/>
          <p:cNvSpPr txBox="1">
            <a:spLocks noGrp="1"/>
          </p:cNvSpPr>
          <p:nvPr>
            <p:ph type="subTitle" idx="6"/>
          </p:nvPr>
        </p:nvSpPr>
        <p:spPr>
          <a:xfrm>
            <a:off x="1294375" y="3616577"/>
            <a:ext cx="7136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996" name="Google Shape;996;p23"/>
          <p:cNvGrpSpPr/>
          <p:nvPr/>
        </p:nvGrpSpPr>
        <p:grpSpPr>
          <a:xfrm>
            <a:off x="-443807" y="-948650"/>
            <a:ext cx="9956582" cy="6051825"/>
            <a:chOff x="-443807" y="-948650"/>
            <a:chExt cx="9956582" cy="6051825"/>
          </a:xfrm>
        </p:grpSpPr>
        <p:grpSp>
          <p:nvGrpSpPr>
            <p:cNvPr id="997" name="Google Shape;997;p23"/>
            <p:cNvGrpSpPr/>
            <p:nvPr/>
          </p:nvGrpSpPr>
          <p:grpSpPr>
            <a:xfrm>
              <a:off x="6093702" y="-948650"/>
              <a:ext cx="3419073" cy="1782378"/>
              <a:chOff x="3975102" y="-851325"/>
              <a:chExt cx="3419073" cy="1782378"/>
            </a:xfrm>
          </p:grpSpPr>
          <p:grpSp>
            <p:nvGrpSpPr>
              <p:cNvPr id="998" name="Google Shape;998;p23"/>
              <p:cNvGrpSpPr/>
              <p:nvPr/>
            </p:nvGrpSpPr>
            <p:grpSpPr>
              <a:xfrm>
                <a:off x="4368809" y="-635621"/>
                <a:ext cx="1245819" cy="1079037"/>
                <a:chOff x="7983967" y="244032"/>
                <a:chExt cx="815700" cy="706500"/>
              </a:xfrm>
            </p:grpSpPr>
            <p:sp>
              <p:nvSpPr>
                <p:cNvPr id="999" name="Google Shape;999;p23"/>
                <p:cNvSpPr/>
                <p:nvPr/>
              </p:nvSpPr>
              <p:spPr>
                <a:xfrm>
                  <a:off x="7983967" y="244032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0" name="Google Shape;1000;p23"/>
                <p:cNvSpPr/>
                <p:nvPr/>
              </p:nvSpPr>
              <p:spPr>
                <a:xfrm>
                  <a:off x="8027224" y="281546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1" name="Google Shape;1001;p23"/>
                <p:cNvSpPr/>
                <p:nvPr/>
              </p:nvSpPr>
              <p:spPr>
                <a:xfrm>
                  <a:off x="8316706" y="532281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02" name="Google Shape;1002;p23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003" name="Google Shape;1003;p2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4" name="Google Shape;1004;p23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05" name="Google Shape;1005;p23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006" name="Google Shape;1006;p2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7" name="Google Shape;1007;p23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08" name="Google Shape;1008;p23"/>
              <p:cNvSpPr/>
              <p:nvPr/>
            </p:nvSpPr>
            <p:spPr>
              <a:xfrm>
                <a:off x="3975102" y="-19647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9" name="Google Shape;1009;p23"/>
              <p:cNvCxnSpPr>
                <a:stCxn id="1006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0" name="Google Shape;1010;p23"/>
              <p:cNvCxnSpPr>
                <a:stCxn id="1003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11" name="Google Shape;1011;p23"/>
              <p:cNvSpPr/>
              <p:nvPr/>
            </p:nvSpPr>
            <p:spPr>
              <a:xfrm>
                <a:off x="6393525" y="50035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2" name="Google Shape;1012;p23"/>
              <p:cNvCxnSpPr>
                <a:stCxn id="1003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13" name="Google Shape;1013;p23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4" name="Google Shape;1014;p23"/>
              <p:cNvSpPr/>
              <p:nvPr/>
            </p:nvSpPr>
            <p:spPr>
              <a:xfrm>
                <a:off x="6525052" y="6649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15" name="Google Shape;1015;p23"/>
            <p:cNvGrpSpPr/>
            <p:nvPr/>
          </p:nvGrpSpPr>
          <p:grpSpPr>
            <a:xfrm rot="10800000">
              <a:off x="-443807" y="2829059"/>
              <a:ext cx="917499" cy="794671"/>
              <a:chOff x="8022925" y="186250"/>
              <a:chExt cx="815700" cy="706500"/>
            </a:xfrm>
          </p:grpSpPr>
          <p:sp>
            <p:nvSpPr>
              <p:cNvPr id="1016" name="Google Shape;1016;p23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7" name="Google Shape;1017;p23"/>
              <p:cNvSpPr/>
              <p:nvPr/>
            </p:nvSpPr>
            <p:spPr>
              <a:xfrm>
                <a:off x="8169420" y="313166"/>
                <a:ext cx="522900" cy="4527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18" name="Google Shape;1018;p23"/>
            <p:cNvGrpSpPr/>
            <p:nvPr/>
          </p:nvGrpSpPr>
          <p:grpSpPr>
            <a:xfrm flipH="1">
              <a:off x="8055928" y="4390325"/>
              <a:ext cx="990993" cy="712850"/>
              <a:chOff x="-54031" y="3864675"/>
              <a:chExt cx="990993" cy="712850"/>
            </a:xfrm>
          </p:grpSpPr>
          <p:grpSp>
            <p:nvGrpSpPr>
              <p:cNvPr id="1019" name="Google Shape;1019;p23"/>
              <p:cNvGrpSpPr/>
              <p:nvPr/>
            </p:nvGrpSpPr>
            <p:grpSpPr>
              <a:xfrm rot="10800000">
                <a:off x="-54031" y="4020302"/>
                <a:ext cx="587793" cy="509104"/>
                <a:chOff x="8219133" y="114261"/>
                <a:chExt cx="815700" cy="706500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>
                  <a:off x="8219133" y="114261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>
                  <a:off x="8409510" y="279167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22" name="Google Shape;1022;p23"/>
              <p:cNvSpPr/>
              <p:nvPr/>
            </p:nvSpPr>
            <p:spPr>
              <a:xfrm rot="10800000">
                <a:off x="21990" y="44752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3" name="Google Shape;1023;p23"/>
              <p:cNvCxnSpPr>
                <a:stCxn id="1020" idx="3"/>
              </p:cNvCxnSpPr>
              <p:nvPr/>
            </p:nvCxnSpPr>
            <p:spPr>
              <a:xfrm>
                <a:off x="533763" y="4274854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4" name="Google Shape;1024;p23"/>
              <p:cNvSpPr/>
              <p:nvPr/>
            </p:nvSpPr>
            <p:spPr>
              <a:xfrm rot="10800000">
                <a:off x="87603" y="3864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24"/>
          <p:cNvSpPr>
            <a:spLocks noGrp="1"/>
          </p:cNvSpPr>
          <p:nvPr>
            <p:ph type="pic" idx="2"/>
          </p:nvPr>
        </p:nvSpPr>
        <p:spPr>
          <a:xfrm>
            <a:off x="726775" y="2830600"/>
            <a:ext cx="7704000" cy="1778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7" name="Google Shape;102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8" name="Google Shape;1028;p24"/>
          <p:cNvSpPr txBox="1">
            <a:spLocks noGrp="1"/>
          </p:cNvSpPr>
          <p:nvPr>
            <p:ph type="subTitle" idx="1"/>
          </p:nvPr>
        </p:nvSpPr>
        <p:spPr>
          <a:xfrm>
            <a:off x="713225" y="1614011"/>
            <a:ext cx="1793100" cy="11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9" name="Google Shape;1029;p24"/>
          <p:cNvSpPr txBox="1">
            <a:spLocks noGrp="1"/>
          </p:cNvSpPr>
          <p:nvPr>
            <p:ph type="subTitle" idx="3"/>
          </p:nvPr>
        </p:nvSpPr>
        <p:spPr>
          <a:xfrm>
            <a:off x="2685782" y="1614011"/>
            <a:ext cx="1793100" cy="11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0" name="Google Shape;1030;p24"/>
          <p:cNvSpPr txBox="1">
            <a:spLocks noGrp="1"/>
          </p:cNvSpPr>
          <p:nvPr>
            <p:ph type="subTitle" idx="4"/>
          </p:nvPr>
        </p:nvSpPr>
        <p:spPr>
          <a:xfrm>
            <a:off x="4658339" y="1614011"/>
            <a:ext cx="1793100" cy="11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1" name="Google Shape;1031;p24"/>
          <p:cNvSpPr txBox="1">
            <a:spLocks noGrp="1"/>
          </p:cNvSpPr>
          <p:nvPr>
            <p:ph type="subTitle" idx="5"/>
          </p:nvPr>
        </p:nvSpPr>
        <p:spPr>
          <a:xfrm>
            <a:off x="6630896" y="1614011"/>
            <a:ext cx="1793100" cy="11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2" name="Google Shape;1032;p24"/>
          <p:cNvSpPr txBox="1">
            <a:spLocks noGrp="1"/>
          </p:cNvSpPr>
          <p:nvPr>
            <p:ph type="subTitle" idx="6"/>
          </p:nvPr>
        </p:nvSpPr>
        <p:spPr>
          <a:xfrm>
            <a:off x="713225" y="1216375"/>
            <a:ext cx="17931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33" name="Google Shape;1033;p24"/>
          <p:cNvSpPr txBox="1">
            <a:spLocks noGrp="1"/>
          </p:cNvSpPr>
          <p:nvPr>
            <p:ph type="subTitle" idx="7"/>
          </p:nvPr>
        </p:nvSpPr>
        <p:spPr>
          <a:xfrm>
            <a:off x="2685783" y="1216375"/>
            <a:ext cx="17931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34" name="Google Shape;1034;p24"/>
          <p:cNvSpPr txBox="1">
            <a:spLocks noGrp="1"/>
          </p:cNvSpPr>
          <p:nvPr>
            <p:ph type="subTitle" idx="8"/>
          </p:nvPr>
        </p:nvSpPr>
        <p:spPr>
          <a:xfrm>
            <a:off x="4658340" y="1216375"/>
            <a:ext cx="17931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35" name="Google Shape;1035;p24"/>
          <p:cNvSpPr txBox="1">
            <a:spLocks noGrp="1"/>
          </p:cNvSpPr>
          <p:nvPr>
            <p:ph type="subTitle" idx="9"/>
          </p:nvPr>
        </p:nvSpPr>
        <p:spPr>
          <a:xfrm>
            <a:off x="6630898" y="1216375"/>
            <a:ext cx="17931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1036" name="Google Shape;1036;p24"/>
          <p:cNvGrpSpPr/>
          <p:nvPr/>
        </p:nvGrpSpPr>
        <p:grpSpPr>
          <a:xfrm>
            <a:off x="80095" y="-272522"/>
            <a:ext cx="9526605" cy="5996672"/>
            <a:chOff x="80095" y="-272522"/>
            <a:chExt cx="9526605" cy="5996672"/>
          </a:xfrm>
        </p:grpSpPr>
        <p:grpSp>
          <p:nvGrpSpPr>
            <p:cNvPr id="1037" name="Google Shape;1037;p24"/>
            <p:cNvGrpSpPr/>
            <p:nvPr/>
          </p:nvGrpSpPr>
          <p:grpSpPr>
            <a:xfrm>
              <a:off x="7591902" y="3331500"/>
              <a:ext cx="2014798" cy="2392650"/>
              <a:chOff x="5379377" y="-851325"/>
              <a:chExt cx="2014798" cy="2392650"/>
            </a:xfrm>
          </p:grpSpPr>
          <p:grpSp>
            <p:nvGrpSpPr>
              <p:cNvPr id="1038" name="Google Shape;1038;p24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039" name="Google Shape;1039;p2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40" name="Google Shape;1040;p24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41" name="Google Shape;1041;p24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1042" name="Google Shape;1042;p24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43" name="Google Shape;1043;p24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44" name="Google Shape;1044;p24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6495077" y="-7238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6" name="Google Shape;1046;p24"/>
              <p:cNvCxnSpPr>
                <a:stCxn id="1042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7" name="Google Shape;1047;p24"/>
              <p:cNvCxnSpPr>
                <a:stCxn id="1042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8" name="Google Shape;1048;p24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9" name="Google Shape;1049;p24"/>
              <p:cNvCxnSpPr>
                <a:stCxn id="1039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0" name="Google Shape;1050;p24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5379377" y="721791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52" name="Google Shape;1052;p24"/>
            <p:cNvGrpSpPr/>
            <p:nvPr/>
          </p:nvGrpSpPr>
          <p:grpSpPr>
            <a:xfrm>
              <a:off x="8058719" y="-272522"/>
              <a:ext cx="1180258" cy="1390907"/>
              <a:chOff x="4046769" y="1482116"/>
              <a:chExt cx="1180258" cy="1390907"/>
            </a:xfrm>
          </p:grpSpPr>
          <p:grpSp>
            <p:nvGrpSpPr>
              <p:cNvPr id="1053" name="Google Shape;1053;p24"/>
              <p:cNvGrpSpPr/>
              <p:nvPr/>
            </p:nvGrpSpPr>
            <p:grpSpPr>
              <a:xfrm>
                <a:off x="4046769" y="1482116"/>
                <a:ext cx="1180258" cy="993459"/>
                <a:chOff x="4046769" y="1482116"/>
                <a:chExt cx="1180258" cy="993459"/>
              </a:xfrm>
            </p:grpSpPr>
            <p:grpSp>
              <p:nvGrpSpPr>
                <p:cNvPr id="1054" name="Google Shape;1054;p24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1055" name="Google Shape;1055;p2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56" name="Google Shape;1056;p24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57" name="Google Shape;1057;p24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058" name="Google Shape;1058;p24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59" name="Google Shape;1059;p24"/>
                <p:cNvSpPr/>
                <p:nvPr/>
              </p:nvSpPr>
              <p:spPr>
                <a:xfrm>
                  <a:off x="4498375" y="237327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060" name="Google Shape;1060;p24"/>
              <p:cNvCxnSpPr>
                <a:stCxn id="1055" idx="1"/>
                <a:endCxn id="1061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61" name="Google Shape;1061;p24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63" name="Google Shape;1063;p24"/>
            <p:cNvGrpSpPr/>
            <p:nvPr/>
          </p:nvGrpSpPr>
          <p:grpSpPr>
            <a:xfrm>
              <a:off x="80095" y="3828517"/>
              <a:ext cx="989200" cy="1230763"/>
              <a:chOff x="80095" y="3828517"/>
              <a:chExt cx="989200" cy="1230763"/>
            </a:xfrm>
          </p:grpSpPr>
          <p:grpSp>
            <p:nvGrpSpPr>
              <p:cNvPr id="1064" name="Google Shape;1064;p24"/>
              <p:cNvGrpSpPr/>
              <p:nvPr/>
            </p:nvGrpSpPr>
            <p:grpSpPr>
              <a:xfrm rot="5400000" flipH="1">
                <a:off x="10465" y="4000450"/>
                <a:ext cx="1128460" cy="989200"/>
                <a:chOff x="2136440" y="1592025"/>
                <a:chExt cx="1128460" cy="989200"/>
              </a:xfrm>
            </p:grpSpPr>
            <p:grpSp>
              <p:nvGrpSpPr>
                <p:cNvPr id="1065" name="Google Shape;1065;p24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1066" name="Google Shape;1066;p24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067" name="Google Shape;1067;p24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068" name="Google Shape;1068;p24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1069" name="Google Shape;1069;p24"/>
                <p:cNvCxnSpPr>
                  <a:stCxn id="1066" idx="3"/>
                </p:cNvCxnSpPr>
                <p:nvPr/>
              </p:nvCxnSpPr>
              <p:spPr>
                <a:xfrm rot="10800000">
                  <a:off x="3063300" y="2076954"/>
                  <a:ext cx="0" cy="403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70" name="Google Shape;1070;p24"/>
                <p:cNvCxnSpPr>
                  <a:stCxn id="1066" idx="1"/>
                </p:cNvCxnSpPr>
                <p:nvPr/>
              </p:nvCxnSpPr>
              <p:spPr>
                <a:xfrm rot="5400000" flipH="1">
                  <a:off x="2092183" y="1715002"/>
                  <a:ext cx="391800" cy="226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071" name="Google Shape;1071;p24"/>
                <p:cNvSpPr/>
                <p:nvPr/>
              </p:nvSpPr>
              <p:spPr>
                <a:xfrm rot="10800000">
                  <a:off x="2136440" y="15920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72" name="Google Shape;1072;p24"/>
              <p:cNvSpPr/>
              <p:nvPr/>
            </p:nvSpPr>
            <p:spPr>
              <a:xfrm rot="-5400000" flipH="1">
                <a:off x="333845" y="3828517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25"/>
          <p:cNvSpPr txBox="1">
            <a:spLocks noGrp="1"/>
          </p:cNvSpPr>
          <p:nvPr>
            <p:ph type="subTitle" idx="1"/>
          </p:nvPr>
        </p:nvSpPr>
        <p:spPr>
          <a:xfrm>
            <a:off x="1114552" y="2093303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25"/>
          <p:cNvSpPr txBox="1">
            <a:spLocks noGrp="1"/>
          </p:cNvSpPr>
          <p:nvPr>
            <p:ph type="subTitle" idx="2"/>
          </p:nvPr>
        </p:nvSpPr>
        <p:spPr>
          <a:xfrm>
            <a:off x="3584400" y="2093303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25"/>
          <p:cNvSpPr txBox="1">
            <a:spLocks noGrp="1"/>
          </p:cNvSpPr>
          <p:nvPr>
            <p:ph type="subTitle" idx="3"/>
          </p:nvPr>
        </p:nvSpPr>
        <p:spPr>
          <a:xfrm>
            <a:off x="1114552" y="3523528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25"/>
          <p:cNvSpPr txBox="1">
            <a:spLocks noGrp="1"/>
          </p:cNvSpPr>
          <p:nvPr>
            <p:ph type="subTitle" idx="4"/>
          </p:nvPr>
        </p:nvSpPr>
        <p:spPr>
          <a:xfrm>
            <a:off x="3584400" y="3523528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9" name="Google Shape;1079;p25"/>
          <p:cNvSpPr txBox="1">
            <a:spLocks noGrp="1"/>
          </p:cNvSpPr>
          <p:nvPr>
            <p:ph type="subTitle" idx="5"/>
          </p:nvPr>
        </p:nvSpPr>
        <p:spPr>
          <a:xfrm>
            <a:off x="6054248" y="2093303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0" name="Google Shape;1080;p25"/>
          <p:cNvSpPr txBox="1">
            <a:spLocks noGrp="1"/>
          </p:cNvSpPr>
          <p:nvPr>
            <p:ph type="subTitle" idx="6"/>
          </p:nvPr>
        </p:nvSpPr>
        <p:spPr>
          <a:xfrm>
            <a:off x="6054248" y="3523528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1" name="Google Shape;1081;p25"/>
          <p:cNvSpPr txBox="1">
            <a:spLocks noGrp="1"/>
          </p:cNvSpPr>
          <p:nvPr>
            <p:ph type="subTitle" idx="7"/>
          </p:nvPr>
        </p:nvSpPr>
        <p:spPr>
          <a:xfrm>
            <a:off x="1113052" y="165677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82" name="Google Shape;1082;p25"/>
          <p:cNvSpPr txBox="1">
            <a:spLocks noGrp="1"/>
          </p:cNvSpPr>
          <p:nvPr>
            <p:ph type="subTitle" idx="8"/>
          </p:nvPr>
        </p:nvSpPr>
        <p:spPr>
          <a:xfrm>
            <a:off x="3582900" y="165677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83" name="Google Shape;1083;p25"/>
          <p:cNvSpPr txBox="1">
            <a:spLocks noGrp="1"/>
          </p:cNvSpPr>
          <p:nvPr>
            <p:ph type="subTitle" idx="9"/>
          </p:nvPr>
        </p:nvSpPr>
        <p:spPr>
          <a:xfrm>
            <a:off x="6052748" y="165677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84" name="Google Shape;1084;p25"/>
          <p:cNvSpPr txBox="1">
            <a:spLocks noGrp="1"/>
          </p:cNvSpPr>
          <p:nvPr>
            <p:ph type="subTitle" idx="13"/>
          </p:nvPr>
        </p:nvSpPr>
        <p:spPr>
          <a:xfrm>
            <a:off x="1113052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85" name="Google Shape;1085;p25"/>
          <p:cNvSpPr txBox="1">
            <a:spLocks noGrp="1"/>
          </p:cNvSpPr>
          <p:nvPr>
            <p:ph type="subTitle" idx="14"/>
          </p:nvPr>
        </p:nvSpPr>
        <p:spPr>
          <a:xfrm>
            <a:off x="3582900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086" name="Google Shape;1086;p25"/>
          <p:cNvSpPr txBox="1">
            <a:spLocks noGrp="1"/>
          </p:cNvSpPr>
          <p:nvPr>
            <p:ph type="subTitle" idx="15"/>
          </p:nvPr>
        </p:nvSpPr>
        <p:spPr>
          <a:xfrm>
            <a:off x="6052748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1087" name="Google Shape;1087;p25"/>
          <p:cNvGrpSpPr/>
          <p:nvPr/>
        </p:nvGrpSpPr>
        <p:grpSpPr>
          <a:xfrm>
            <a:off x="-443787" y="-659150"/>
            <a:ext cx="10068650" cy="5765108"/>
            <a:chOff x="-443787" y="-659150"/>
            <a:chExt cx="10068650" cy="5765108"/>
          </a:xfrm>
        </p:grpSpPr>
        <p:grpSp>
          <p:nvGrpSpPr>
            <p:cNvPr id="1088" name="Google Shape;1088;p25"/>
            <p:cNvGrpSpPr/>
            <p:nvPr/>
          </p:nvGrpSpPr>
          <p:grpSpPr>
            <a:xfrm>
              <a:off x="7789000" y="-659150"/>
              <a:ext cx="1835863" cy="2141449"/>
              <a:chOff x="8352175" y="-274150"/>
              <a:chExt cx="1835863" cy="2141449"/>
            </a:xfrm>
          </p:grpSpPr>
          <p:grpSp>
            <p:nvGrpSpPr>
              <p:cNvPr id="1089" name="Google Shape;1089;p25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090" name="Google Shape;1090;p2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91" name="Google Shape;1091;p2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92" name="Google Shape;1092;p2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93" name="Google Shape;1093;p25"/>
              <p:cNvSpPr/>
              <p:nvPr/>
            </p:nvSpPr>
            <p:spPr>
              <a:xfrm>
                <a:off x="9315001" y="1471299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25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095" name="Google Shape;1095;p25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096" name="Google Shape;1096;p25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097" name="Google Shape;1097;p25"/>
                  <p:cNvCxnSpPr>
                    <a:stCxn id="109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1098" name="Google Shape;1098;p25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099" name="Google Shape;1099;p25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00" name="Google Shape;1100;p25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101" name="Google Shape;1101;p25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02" name="Google Shape;1102;p25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103" name="Google Shape;1103;p25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04" name="Google Shape;1104;p25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5" name="Google Shape;1105;p25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06" name="Google Shape;1106;p25"/>
            <p:cNvGrpSpPr/>
            <p:nvPr/>
          </p:nvGrpSpPr>
          <p:grpSpPr>
            <a:xfrm>
              <a:off x="-443787" y="3459425"/>
              <a:ext cx="1835863" cy="1646533"/>
              <a:chOff x="8352175" y="-274150"/>
              <a:chExt cx="1835863" cy="1646533"/>
            </a:xfrm>
          </p:grpSpPr>
          <p:grpSp>
            <p:nvGrpSpPr>
              <p:cNvPr id="1107" name="Google Shape;1107;p25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108" name="Google Shape;1108;p2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09" name="Google Shape;1109;p2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10" name="Google Shape;1110;p2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11" name="Google Shape;1111;p25"/>
              <p:cNvSpPr/>
              <p:nvPr/>
            </p:nvSpPr>
            <p:spPr>
              <a:xfrm>
                <a:off x="8914613" y="109999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113" name="Google Shape;1113;p25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114" name="Google Shape;1114;p25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115" name="Google Shape;1115;p25"/>
                  <p:cNvCxnSpPr>
                    <a:stCxn id="1108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1116" name="Google Shape;1116;p25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117" name="Google Shape;1117;p25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18" name="Google Shape;1118;p25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119" name="Google Shape;1119;p25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20" name="Google Shape;1120;p25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121" name="Google Shape;1121;p25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22" name="Google Shape;1122;p25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3" name="Google Shape;1123;p25"/>
              <p:cNvSpPr/>
              <p:nvPr/>
            </p:nvSpPr>
            <p:spPr>
              <a:xfrm>
                <a:off x="8914602" y="110627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25"/>
            <p:cNvGrpSpPr/>
            <p:nvPr/>
          </p:nvGrpSpPr>
          <p:grpSpPr>
            <a:xfrm rot="10800000" flipH="1">
              <a:off x="7697063" y="3660795"/>
              <a:ext cx="1330262" cy="1376576"/>
              <a:chOff x="6351988" y="-321084"/>
              <a:chExt cx="1330262" cy="1376576"/>
            </a:xfrm>
          </p:grpSpPr>
          <p:grpSp>
            <p:nvGrpSpPr>
              <p:cNvPr id="1125" name="Google Shape;1125;p25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1126" name="Google Shape;1126;p2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27" name="Google Shape;1127;p2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28" name="Google Shape;1128;p2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129" name="Google Shape;1129;p25"/>
              <p:cNvGrpSpPr/>
              <p:nvPr/>
            </p:nvGrpSpPr>
            <p:grpSpPr>
              <a:xfrm rot="10800000" flipH="1">
                <a:off x="6351988" y="-321066"/>
                <a:ext cx="1226026" cy="1376558"/>
                <a:chOff x="7161201" y="-272922"/>
                <a:chExt cx="1226026" cy="1376558"/>
              </a:xfrm>
            </p:grpSpPr>
            <p:sp>
              <p:nvSpPr>
                <p:cNvPr id="1130" name="Google Shape;1130;p25"/>
                <p:cNvSpPr/>
                <p:nvPr/>
              </p:nvSpPr>
              <p:spPr>
                <a:xfrm>
                  <a:off x="7161201" y="707636"/>
                  <a:ext cx="457200" cy="39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31" name="Google Shape;1131;p25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8080027" y="-272922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6"/>
          <p:cNvSpPr txBox="1">
            <a:spLocks noGrp="1"/>
          </p:cNvSpPr>
          <p:nvPr>
            <p:ph type="title" hasCustomPrompt="1"/>
          </p:nvPr>
        </p:nvSpPr>
        <p:spPr>
          <a:xfrm>
            <a:off x="4324375" y="539496"/>
            <a:ext cx="41064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5" name="Google Shape;1135;p26"/>
          <p:cNvSpPr txBox="1">
            <a:spLocks noGrp="1"/>
          </p:cNvSpPr>
          <p:nvPr>
            <p:ph type="subTitle" idx="1"/>
          </p:nvPr>
        </p:nvSpPr>
        <p:spPr>
          <a:xfrm>
            <a:off x="4324375" y="1238367"/>
            <a:ext cx="41064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6" name="Google Shape;1136;p26"/>
          <p:cNvSpPr txBox="1">
            <a:spLocks noGrp="1"/>
          </p:cNvSpPr>
          <p:nvPr>
            <p:ph type="title" idx="2" hasCustomPrompt="1"/>
          </p:nvPr>
        </p:nvSpPr>
        <p:spPr>
          <a:xfrm>
            <a:off x="4324375" y="2030345"/>
            <a:ext cx="41064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7" name="Google Shape;1137;p26"/>
          <p:cNvSpPr txBox="1">
            <a:spLocks noGrp="1"/>
          </p:cNvSpPr>
          <p:nvPr>
            <p:ph type="subTitle" idx="3"/>
          </p:nvPr>
        </p:nvSpPr>
        <p:spPr>
          <a:xfrm>
            <a:off x="4324375" y="2729221"/>
            <a:ext cx="41064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8" name="Google Shape;1138;p26"/>
          <p:cNvSpPr txBox="1">
            <a:spLocks noGrp="1"/>
          </p:cNvSpPr>
          <p:nvPr>
            <p:ph type="title" idx="4" hasCustomPrompt="1"/>
          </p:nvPr>
        </p:nvSpPr>
        <p:spPr>
          <a:xfrm>
            <a:off x="4324375" y="3521195"/>
            <a:ext cx="41064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9" name="Google Shape;1139;p26"/>
          <p:cNvSpPr txBox="1">
            <a:spLocks noGrp="1"/>
          </p:cNvSpPr>
          <p:nvPr>
            <p:ph type="subTitle" idx="5"/>
          </p:nvPr>
        </p:nvSpPr>
        <p:spPr>
          <a:xfrm>
            <a:off x="4324375" y="4220074"/>
            <a:ext cx="4106400" cy="3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0" name="Google Shape;1140;p26"/>
          <p:cNvSpPr>
            <a:spLocks noGrp="1"/>
          </p:cNvSpPr>
          <p:nvPr>
            <p:ph type="pic" idx="6"/>
          </p:nvPr>
        </p:nvSpPr>
        <p:spPr>
          <a:xfrm>
            <a:off x="713225" y="539500"/>
            <a:ext cx="3543300" cy="4064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141" name="Google Shape;1141;p26"/>
          <p:cNvGrpSpPr/>
          <p:nvPr/>
        </p:nvGrpSpPr>
        <p:grpSpPr>
          <a:xfrm>
            <a:off x="-428399" y="-323596"/>
            <a:ext cx="10226767" cy="5755428"/>
            <a:chOff x="-428399" y="-323596"/>
            <a:chExt cx="10226767" cy="5755428"/>
          </a:xfrm>
        </p:grpSpPr>
        <p:grpSp>
          <p:nvGrpSpPr>
            <p:cNvPr id="1142" name="Google Shape;1142;p26"/>
            <p:cNvGrpSpPr/>
            <p:nvPr/>
          </p:nvGrpSpPr>
          <p:grpSpPr>
            <a:xfrm>
              <a:off x="7517427" y="-323596"/>
              <a:ext cx="2280941" cy="1580637"/>
              <a:chOff x="7421427" y="-193296"/>
              <a:chExt cx="2280941" cy="1580637"/>
            </a:xfrm>
          </p:grpSpPr>
          <p:grpSp>
            <p:nvGrpSpPr>
              <p:cNvPr id="1143" name="Google Shape;1143;p26"/>
              <p:cNvGrpSpPr/>
              <p:nvPr/>
            </p:nvGrpSpPr>
            <p:grpSpPr>
              <a:xfrm>
                <a:off x="8440709" y="-193296"/>
                <a:ext cx="1261659" cy="1580637"/>
                <a:chOff x="436759" y="-723871"/>
                <a:chExt cx="1261659" cy="1580637"/>
              </a:xfrm>
            </p:grpSpPr>
            <p:grpSp>
              <p:nvGrpSpPr>
                <p:cNvPr id="1144" name="Google Shape;1144;p26"/>
                <p:cNvGrpSpPr/>
                <p:nvPr/>
              </p:nvGrpSpPr>
              <p:grpSpPr>
                <a:xfrm>
                  <a:off x="436759" y="-723871"/>
                  <a:ext cx="1245819" cy="1079037"/>
                  <a:chOff x="8022925" y="186250"/>
                  <a:chExt cx="815700" cy="706500"/>
                </a:xfrm>
              </p:grpSpPr>
              <p:sp>
                <p:nvSpPr>
                  <p:cNvPr id="1145" name="Google Shape;1145;p26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46" name="Google Shape;1146;p26"/>
                  <p:cNvSpPr/>
                  <p:nvPr/>
                </p:nvSpPr>
                <p:spPr>
                  <a:xfrm>
                    <a:off x="8066182" y="223764"/>
                    <a:ext cx="729300" cy="631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47" name="Google Shape;1147;p26"/>
                  <p:cNvSpPr/>
                  <p:nvPr/>
                </p:nvSpPr>
                <p:spPr>
                  <a:xfrm>
                    <a:off x="8245500" y="379072"/>
                    <a:ext cx="370500" cy="3210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48" name="Google Shape;1148;p26"/>
                <p:cNvCxnSpPr>
                  <a:stCxn id="1145" idx="1"/>
                </p:cNvCxnSpPr>
                <p:nvPr/>
              </p:nvCxnSpPr>
              <p:spPr>
                <a:xfrm>
                  <a:off x="1412818" y="355166"/>
                  <a:ext cx="285600" cy="501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149" name="Google Shape;1149;p26"/>
                <p:cNvSpPr/>
                <p:nvPr/>
              </p:nvSpPr>
              <p:spPr>
                <a:xfrm>
                  <a:off x="584577" y="47292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150" name="Google Shape;1150;p26"/>
              <p:cNvCxnSpPr>
                <a:stCxn id="1145" idx="3"/>
                <a:endCxn id="1151" idx="0"/>
              </p:cNvCxnSpPr>
              <p:nvPr/>
            </p:nvCxnSpPr>
            <p:spPr>
              <a:xfrm rot="10800000">
                <a:off x="7728509" y="346223"/>
                <a:ext cx="71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51" name="Google Shape;1151;p26"/>
              <p:cNvSpPr/>
              <p:nvPr/>
            </p:nvSpPr>
            <p:spPr>
              <a:xfrm>
                <a:off x="7421427" y="21317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52" name="Google Shape;1152;p26"/>
            <p:cNvGrpSpPr/>
            <p:nvPr/>
          </p:nvGrpSpPr>
          <p:grpSpPr>
            <a:xfrm flipH="1">
              <a:off x="7641663" y="3785300"/>
              <a:ext cx="1835863" cy="1646533"/>
              <a:chOff x="8352175" y="-274150"/>
              <a:chExt cx="1835863" cy="1646533"/>
            </a:xfrm>
          </p:grpSpPr>
          <p:grpSp>
            <p:nvGrpSpPr>
              <p:cNvPr id="1153" name="Google Shape;1153;p26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154" name="Google Shape;1154;p2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55" name="Google Shape;1155;p26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56" name="Google Shape;1156;p2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57" name="Google Shape;1157;p26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8" name="Google Shape;1158;p26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159" name="Google Shape;1159;p26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160" name="Google Shape;1160;p26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161" name="Google Shape;1161;p26"/>
                  <p:cNvCxnSpPr>
                    <a:stCxn id="115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1162" name="Google Shape;1162;p26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163" name="Google Shape;1163;p26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164" name="Google Shape;1164;p26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165" name="Google Shape;1165;p26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66" name="Google Shape;1166;p26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167" name="Google Shape;1167;p26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68" name="Google Shape;1168;p26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70" name="Google Shape;1170;p26"/>
            <p:cNvGrpSpPr/>
            <p:nvPr/>
          </p:nvGrpSpPr>
          <p:grpSpPr>
            <a:xfrm rot="10800000" flipH="1">
              <a:off x="-428399" y="66250"/>
              <a:ext cx="1141616" cy="1740595"/>
              <a:chOff x="-377824" y="3323825"/>
              <a:chExt cx="1141616" cy="1740595"/>
            </a:xfrm>
          </p:grpSpPr>
          <p:grpSp>
            <p:nvGrpSpPr>
              <p:cNvPr id="1171" name="Google Shape;1171;p26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1172" name="Google Shape;1172;p26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1173" name="Google Shape;1173;p26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1174" name="Google Shape;1174;p26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175" name="Google Shape;1175;p26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1176" name="Google Shape;1176;p26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1177" name="Google Shape;1177;p26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178" name="Google Shape;1178;p26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179" name="Google Shape;1179;p26"/>
                <p:cNvCxnSpPr>
                  <a:stCxn id="1174" idx="1"/>
                  <a:endCxn id="1180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180" name="Google Shape;1180;p26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182" name="Google Shape;1182;p26"/>
              <p:cNvSpPr/>
              <p:nvPr/>
            </p:nvSpPr>
            <p:spPr>
              <a:xfrm>
                <a:off x="-90850" y="3323825"/>
                <a:ext cx="595500" cy="5157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3" name="Google Shape;1183;p26"/>
              <p:cNvSpPr/>
              <p:nvPr/>
            </p:nvSpPr>
            <p:spPr>
              <a:xfrm>
                <a:off x="-6100" y="3397200"/>
                <a:ext cx="426000" cy="369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7"/>
          <p:cNvSpPr txBox="1">
            <a:spLocks noGrp="1"/>
          </p:cNvSpPr>
          <p:nvPr>
            <p:ph type="title"/>
          </p:nvPr>
        </p:nvSpPr>
        <p:spPr>
          <a:xfrm>
            <a:off x="4571896" y="586862"/>
            <a:ext cx="38589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86" name="Google Shape;1186;p27"/>
          <p:cNvSpPr txBox="1">
            <a:spLocks noGrp="1"/>
          </p:cNvSpPr>
          <p:nvPr>
            <p:ph type="subTitle" idx="1"/>
          </p:nvPr>
        </p:nvSpPr>
        <p:spPr>
          <a:xfrm>
            <a:off x="4571863" y="1660368"/>
            <a:ext cx="38589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27"/>
          <p:cNvSpPr txBox="1"/>
          <p:nvPr/>
        </p:nvSpPr>
        <p:spPr>
          <a:xfrm>
            <a:off x="4571975" y="3444400"/>
            <a:ext cx="3858900" cy="8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sz="1200" b="1" u="sng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188" name="Google Shape;1188;p27"/>
          <p:cNvSpPr>
            <a:spLocks noGrp="1"/>
          </p:cNvSpPr>
          <p:nvPr>
            <p:ph type="pic" idx="2"/>
          </p:nvPr>
        </p:nvSpPr>
        <p:spPr>
          <a:xfrm>
            <a:off x="713225" y="785250"/>
            <a:ext cx="2870400" cy="3573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189" name="Google Shape;1189;p27"/>
          <p:cNvGrpSpPr/>
          <p:nvPr/>
        </p:nvGrpSpPr>
        <p:grpSpPr>
          <a:xfrm>
            <a:off x="-44274" y="-300834"/>
            <a:ext cx="9414514" cy="5778751"/>
            <a:chOff x="-44274" y="-300834"/>
            <a:chExt cx="9414514" cy="5778751"/>
          </a:xfrm>
        </p:grpSpPr>
        <p:grpSp>
          <p:nvGrpSpPr>
            <p:cNvPr id="1190" name="Google Shape;1190;p27"/>
            <p:cNvGrpSpPr/>
            <p:nvPr/>
          </p:nvGrpSpPr>
          <p:grpSpPr>
            <a:xfrm>
              <a:off x="-44274" y="4192528"/>
              <a:ext cx="1514976" cy="1058593"/>
              <a:chOff x="6487988" y="-321084"/>
              <a:chExt cx="1514976" cy="1058593"/>
            </a:xfrm>
          </p:grpSpPr>
          <p:grpSp>
            <p:nvGrpSpPr>
              <p:cNvPr id="1191" name="Google Shape;1191;p27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1192" name="Google Shape;1192;p2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93" name="Google Shape;1193;p27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94" name="Google Shape;1194;p27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195" name="Google Shape;1195;p27"/>
              <p:cNvGrpSpPr/>
              <p:nvPr/>
            </p:nvGrpSpPr>
            <p:grpSpPr>
              <a:xfrm rot="10800000" flipH="1">
                <a:off x="6487988" y="89717"/>
                <a:ext cx="1514976" cy="647792"/>
                <a:chOff x="7297201" y="45061"/>
                <a:chExt cx="1514976" cy="647792"/>
              </a:xfrm>
            </p:grpSpPr>
            <p:sp>
              <p:nvSpPr>
                <p:cNvPr id="1196" name="Google Shape;1196;p27"/>
                <p:cNvSpPr/>
                <p:nvPr/>
              </p:nvSpPr>
              <p:spPr>
                <a:xfrm>
                  <a:off x="7297201" y="45061"/>
                  <a:ext cx="457200" cy="39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97" name="Google Shape;1197;p27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198" name="Google Shape;1198;p27"/>
                <p:cNvSpPr/>
                <p:nvPr/>
              </p:nvSpPr>
              <p:spPr>
                <a:xfrm>
                  <a:off x="8504977" y="426753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1199" name="Google Shape;1199;p27"/>
            <p:cNvGrpSpPr/>
            <p:nvPr/>
          </p:nvGrpSpPr>
          <p:grpSpPr>
            <a:xfrm>
              <a:off x="3069250" y="3453925"/>
              <a:ext cx="1835863" cy="1777974"/>
              <a:chOff x="8352175" y="-274150"/>
              <a:chExt cx="1835863" cy="1777974"/>
            </a:xfrm>
          </p:grpSpPr>
          <p:grpSp>
            <p:nvGrpSpPr>
              <p:cNvPr id="1200" name="Google Shape;1200;p27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201" name="Google Shape;1201;p2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02" name="Google Shape;1202;p27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03" name="Google Shape;1203;p27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04" name="Google Shape;1204;p27"/>
              <p:cNvSpPr/>
              <p:nvPr/>
            </p:nvSpPr>
            <p:spPr>
              <a:xfrm>
                <a:off x="8942351" y="11078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5" name="Google Shape;1205;p27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206" name="Google Shape;1206;p27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1207" name="Google Shape;1207;p27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1208" name="Google Shape;1208;p27"/>
                  <p:cNvCxnSpPr>
                    <a:stCxn id="1201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1209" name="Google Shape;1209;p27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1210" name="Google Shape;1210;p27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11" name="Google Shape;1211;p27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212" name="Google Shape;1212;p27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213" name="Google Shape;1213;p27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214" name="Google Shape;1214;p27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15" name="Google Shape;1215;p27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9315002" y="1749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17" name="Google Shape;1217;p27"/>
            <p:cNvGrpSpPr/>
            <p:nvPr/>
          </p:nvGrpSpPr>
          <p:grpSpPr>
            <a:xfrm>
              <a:off x="7623713" y="-300834"/>
              <a:ext cx="1397189" cy="1390907"/>
              <a:chOff x="3829838" y="1482116"/>
              <a:chExt cx="1397189" cy="1390907"/>
            </a:xfrm>
          </p:grpSpPr>
          <p:grpSp>
            <p:nvGrpSpPr>
              <p:cNvPr id="1218" name="Google Shape;1218;p27"/>
              <p:cNvGrpSpPr/>
              <p:nvPr/>
            </p:nvGrpSpPr>
            <p:grpSpPr>
              <a:xfrm>
                <a:off x="3829838" y="1482116"/>
                <a:ext cx="1397189" cy="756167"/>
                <a:chOff x="3829838" y="1482116"/>
                <a:chExt cx="1397189" cy="756167"/>
              </a:xfrm>
            </p:grpSpPr>
            <p:grpSp>
              <p:nvGrpSpPr>
                <p:cNvPr id="1219" name="Google Shape;1219;p27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1220" name="Google Shape;1220;p27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221" name="Google Shape;1221;p27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222" name="Google Shape;1222;p27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223" name="Google Shape;1223;p27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24" name="Google Shape;1224;p27"/>
                <p:cNvSpPr/>
                <p:nvPr/>
              </p:nvSpPr>
              <p:spPr>
                <a:xfrm>
                  <a:off x="3829838" y="21264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225" name="Google Shape;1225;p27"/>
              <p:cNvCxnSpPr>
                <a:stCxn id="1220" idx="1"/>
                <a:endCxn id="1226" idx="0"/>
              </p:cNvCxnSpPr>
              <p:nvPr/>
            </p:nvCxnSpPr>
            <p:spPr>
              <a:xfrm>
                <a:off x="4730771" y="2238282"/>
                <a:ext cx="172800" cy="13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26" name="Google Shape;1226;p27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7" name="Google Shape;1227;p27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28" name="Google Shape;1228;p27"/>
            <p:cNvGrpSpPr/>
            <p:nvPr/>
          </p:nvGrpSpPr>
          <p:grpSpPr>
            <a:xfrm rot="5400000">
              <a:off x="67290" y="190575"/>
              <a:ext cx="1128460" cy="989200"/>
              <a:chOff x="2136440" y="1592025"/>
              <a:chExt cx="1128460" cy="989200"/>
            </a:xfrm>
          </p:grpSpPr>
          <p:grpSp>
            <p:nvGrpSpPr>
              <p:cNvPr id="1229" name="Google Shape;1229;p27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230" name="Google Shape;1230;p2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31" name="Google Shape;1231;p27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32" name="Google Shape;1232;p27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33" name="Google Shape;1233;p27"/>
              <p:cNvCxnSpPr>
                <a:stCxn id="1230" idx="3"/>
              </p:cNvCxnSpPr>
              <p:nvPr/>
            </p:nvCxnSpPr>
            <p:spPr>
              <a:xfrm rot="10800000">
                <a:off x="3063300" y="2076954"/>
                <a:ext cx="0" cy="40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4" name="Google Shape;1234;p27"/>
              <p:cNvCxnSpPr>
                <a:stCxn id="1230" idx="1"/>
              </p:cNvCxnSpPr>
              <p:nvPr/>
            </p:nvCxnSpPr>
            <p:spPr>
              <a:xfrm rot="5400000" flipH="1">
                <a:off x="2092183" y="1715002"/>
                <a:ext cx="391800" cy="22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35" name="Google Shape;1235;p27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36" name="Google Shape;1236;p27"/>
            <p:cNvGrpSpPr/>
            <p:nvPr/>
          </p:nvGrpSpPr>
          <p:grpSpPr>
            <a:xfrm>
              <a:off x="8124421" y="4398879"/>
              <a:ext cx="1245819" cy="1079037"/>
              <a:chOff x="8022925" y="186250"/>
              <a:chExt cx="815700" cy="706500"/>
            </a:xfrm>
          </p:grpSpPr>
          <p:sp>
            <p:nvSpPr>
              <p:cNvPr id="1237" name="Google Shape;1237;p27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8" name="Google Shape;1238;p27"/>
              <p:cNvSpPr/>
              <p:nvPr/>
            </p:nvSpPr>
            <p:spPr>
              <a:xfrm>
                <a:off x="8066182" y="223764"/>
                <a:ext cx="729300" cy="631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9" name="Google Shape;1239;p27"/>
              <p:cNvSpPr/>
              <p:nvPr/>
            </p:nvSpPr>
            <p:spPr>
              <a:xfrm>
                <a:off x="8194799" y="335187"/>
                <a:ext cx="471900" cy="4086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1" name="Google Shape;1241;p28"/>
          <p:cNvGrpSpPr/>
          <p:nvPr/>
        </p:nvGrpSpPr>
        <p:grpSpPr>
          <a:xfrm rot="10800000">
            <a:off x="142652" y="2391879"/>
            <a:ext cx="1180258" cy="1390907"/>
            <a:chOff x="4046769" y="1482116"/>
            <a:chExt cx="1180258" cy="1390907"/>
          </a:xfrm>
        </p:grpSpPr>
        <p:grpSp>
          <p:nvGrpSpPr>
            <p:cNvPr id="1242" name="Google Shape;1242;p28"/>
            <p:cNvGrpSpPr/>
            <p:nvPr/>
          </p:nvGrpSpPr>
          <p:grpSpPr>
            <a:xfrm>
              <a:off x="4046769" y="1482116"/>
              <a:ext cx="1180258" cy="756167"/>
              <a:chOff x="4046769" y="1482116"/>
              <a:chExt cx="1180258" cy="756167"/>
            </a:xfrm>
          </p:grpSpPr>
          <p:grpSp>
            <p:nvGrpSpPr>
              <p:cNvPr id="1243" name="Google Shape;1243;p28"/>
              <p:cNvGrpSpPr/>
              <p:nvPr/>
            </p:nvGrpSpPr>
            <p:grpSpPr>
              <a:xfrm>
                <a:off x="4046769" y="1482116"/>
                <a:ext cx="873044" cy="756167"/>
                <a:chOff x="8022925" y="186250"/>
                <a:chExt cx="815700" cy="706500"/>
              </a:xfrm>
            </p:grpSpPr>
            <p:sp>
              <p:nvSpPr>
                <p:cNvPr id="1244" name="Google Shape;1244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45" name="Google Shape;1245;p2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46" name="Google Shape;1246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47" name="Google Shape;1247;p28"/>
              <p:cNvSpPr/>
              <p:nvPr/>
            </p:nvSpPr>
            <p:spPr>
              <a:xfrm>
                <a:off x="4919827" y="195357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8" name="Google Shape;1248;p28"/>
              <p:cNvSpPr/>
              <p:nvPr/>
            </p:nvSpPr>
            <p:spPr>
              <a:xfrm>
                <a:off x="5012263" y="17613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1249" name="Google Shape;1249;p28"/>
            <p:cNvCxnSpPr>
              <a:stCxn id="1244" idx="1"/>
              <a:endCxn id="1250" idx="0"/>
            </p:cNvCxnSpPr>
            <p:nvPr/>
          </p:nvCxnSpPr>
          <p:spPr>
            <a:xfrm>
              <a:off x="4730771" y="2238282"/>
              <a:ext cx="172800" cy="135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50" name="Google Shape;1250;p28"/>
            <p:cNvSpPr/>
            <p:nvPr/>
          </p:nvSpPr>
          <p:spPr>
            <a:xfrm rot="-5400000">
              <a:off x="4653574" y="2406673"/>
              <a:ext cx="499800" cy="432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51" name="Google Shape;1251;p28"/>
            <p:cNvSpPr/>
            <p:nvPr/>
          </p:nvSpPr>
          <p:spPr>
            <a:xfrm rot="-5400000">
              <a:off x="4704500" y="2450622"/>
              <a:ext cx="398100" cy="345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52" name="Google Shape;1252;p28"/>
          <p:cNvGrpSpPr/>
          <p:nvPr/>
        </p:nvGrpSpPr>
        <p:grpSpPr>
          <a:xfrm>
            <a:off x="316436" y="-1052575"/>
            <a:ext cx="8677029" cy="6098323"/>
            <a:chOff x="316436" y="-1052575"/>
            <a:chExt cx="8677029" cy="6098323"/>
          </a:xfrm>
        </p:grpSpPr>
        <p:grpSp>
          <p:nvGrpSpPr>
            <p:cNvPr id="1253" name="Google Shape;1253;p28"/>
            <p:cNvGrpSpPr/>
            <p:nvPr/>
          </p:nvGrpSpPr>
          <p:grpSpPr>
            <a:xfrm rot="10800000">
              <a:off x="5237734" y="-1052575"/>
              <a:ext cx="3417803" cy="2444748"/>
              <a:chOff x="5222059" y="1707050"/>
              <a:chExt cx="3417803" cy="2444748"/>
            </a:xfrm>
          </p:grpSpPr>
          <p:grpSp>
            <p:nvGrpSpPr>
              <p:cNvPr id="1254" name="Google Shape;1254;p28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1255" name="Google Shape;1255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56" name="Google Shape;1256;p2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57" name="Google Shape;1257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258" name="Google Shape;1258;p28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1259" name="Google Shape;1259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0" name="Google Shape;1260;p2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261" name="Google Shape;1261;p28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1262" name="Google Shape;1262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3" name="Google Shape;1263;p2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64" name="Google Shape;1264;p28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265" name="Google Shape;1265;p28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1266" name="Google Shape;1266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7" name="Google Shape;1267;p2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8" name="Google Shape;1268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69" name="Google Shape;1269;p28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0" name="Google Shape;1270;p28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1" name="Google Shape;1271;p28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272" name="Google Shape;1272;p28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1273" name="Google Shape;1273;p28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1274" name="Google Shape;1274;p28"/>
                  <p:cNvCxnSpPr>
                    <a:stCxn id="1266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1275" name="Google Shape;1275;p28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1276" name="Google Shape;1276;p28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77" name="Google Shape;1277;p28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78" name="Google Shape;1278;p28"/>
                    <p:cNvCxnSpPr>
                      <a:stCxn id="1259" idx="5"/>
                    </p:cNvCxnSpPr>
                    <p:nvPr/>
                  </p:nvCxnSpPr>
                  <p:spPr>
                    <a:xfrm rot="10800000" flipH="1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279" name="Google Shape;1279;p28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280" name="Google Shape;1280;p28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281" name="Google Shape;1281;p28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82" name="Google Shape;1282;p28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83" name="Google Shape;1283;p28"/>
            <p:cNvGrpSpPr/>
            <p:nvPr/>
          </p:nvGrpSpPr>
          <p:grpSpPr>
            <a:xfrm rot="10800000">
              <a:off x="316436" y="3465111"/>
              <a:ext cx="1271591" cy="1580637"/>
              <a:chOff x="426827" y="-723871"/>
              <a:chExt cx="1271591" cy="1580637"/>
            </a:xfrm>
          </p:grpSpPr>
          <p:grpSp>
            <p:nvGrpSpPr>
              <p:cNvPr id="1284" name="Google Shape;1284;p28"/>
              <p:cNvGrpSpPr/>
              <p:nvPr/>
            </p:nvGrpSpPr>
            <p:grpSpPr>
              <a:xfrm>
                <a:off x="43675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285" name="Google Shape;1285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86" name="Google Shape;1286;p2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87" name="Google Shape;1287;p28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288" name="Google Shape;1288;p28"/>
              <p:cNvCxnSpPr>
                <a:stCxn id="1285" idx="1"/>
              </p:cNvCxnSpPr>
              <p:nvPr/>
            </p:nvCxnSpPr>
            <p:spPr>
              <a:xfrm>
                <a:off x="141281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89" name="Google Shape;1289;p28"/>
              <p:cNvSpPr/>
              <p:nvPr/>
            </p:nvSpPr>
            <p:spPr>
              <a:xfrm>
                <a:off x="426827" y="472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90" name="Google Shape;1290;p28"/>
            <p:cNvGrpSpPr/>
            <p:nvPr/>
          </p:nvGrpSpPr>
          <p:grpSpPr>
            <a:xfrm>
              <a:off x="7478488" y="3918741"/>
              <a:ext cx="1514976" cy="1058593"/>
              <a:chOff x="6487988" y="-321084"/>
              <a:chExt cx="1514976" cy="1058593"/>
            </a:xfrm>
          </p:grpSpPr>
          <p:grpSp>
            <p:nvGrpSpPr>
              <p:cNvPr id="1291" name="Google Shape;1291;p28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1292" name="Google Shape;1292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3" name="Google Shape;1293;p2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4" name="Google Shape;1294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295" name="Google Shape;1295;p28"/>
              <p:cNvGrpSpPr/>
              <p:nvPr/>
            </p:nvGrpSpPr>
            <p:grpSpPr>
              <a:xfrm rot="10800000" flipH="1">
                <a:off x="6487988" y="89717"/>
                <a:ext cx="1514976" cy="647792"/>
                <a:chOff x="7297201" y="45061"/>
                <a:chExt cx="1514976" cy="647792"/>
              </a:xfrm>
            </p:grpSpPr>
            <p:sp>
              <p:nvSpPr>
                <p:cNvPr id="1296" name="Google Shape;1296;p28"/>
                <p:cNvSpPr/>
                <p:nvPr/>
              </p:nvSpPr>
              <p:spPr>
                <a:xfrm>
                  <a:off x="7297201" y="45061"/>
                  <a:ext cx="457200" cy="39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7" name="Google Shape;1297;p28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8" name="Google Shape;1298;p28"/>
                <p:cNvSpPr/>
                <p:nvPr/>
              </p:nvSpPr>
              <p:spPr>
                <a:xfrm>
                  <a:off x="8504977" y="426753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" name="Google Shape;1300;p29"/>
          <p:cNvGrpSpPr/>
          <p:nvPr/>
        </p:nvGrpSpPr>
        <p:grpSpPr>
          <a:xfrm>
            <a:off x="-743048" y="-759400"/>
            <a:ext cx="10096486" cy="6881698"/>
            <a:chOff x="-743048" y="-759400"/>
            <a:chExt cx="10096486" cy="6881698"/>
          </a:xfrm>
        </p:grpSpPr>
        <p:grpSp>
          <p:nvGrpSpPr>
            <p:cNvPr id="1301" name="Google Shape;1301;p29"/>
            <p:cNvGrpSpPr/>
            <p:nvPr/>
          </p:nvGrpSpPr>
          <p:grpSpPr>
            <a:xfrm>
              <a:off x="1002234" y="3677550"/>
              <a:ext cx="3417803" cy="2444748"/>
              <a:chOff x="5222059" y="1707050"/>
              <a:chExt cx="3417803" cy="2444748"/>
            </a:xfrm>
          </p:grpSpPr>
          <p:grpSp>
            <p:nvGrpSpPr>
              <p:cNvPr id="1302" name="Google Shape;1302;p29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1303" name="Google Shape;1303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04" name="Google Shape;1304;p2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05" name="Google Shape;1305;p2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06" name="Google Shape;1306;p29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1307" name="Google Shape;1307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08" name="Google Shape;1308;p2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09" name="Google Shape;1309;p29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1310" name="Google Shape;1310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11" name="Google Shape;1311;p29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12" name="Google Shape;1312;p29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313" name="Google Shape;1313;p29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1314" name="Google Shape;1314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15" name="Google Shape;1315;p29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16" name="Google Shape;1316;p2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17" name="Google Shape;1317;p29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8" name="Google Shape;1318;p29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9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320" name="Google Shape;1320;p29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1321" name="Google Shape;1321;p29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1322" name="Google Shape;1322;p29"/>
                  <p:cNvCxnSpPr>
                    <a:stCxn id="131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1323" name="Google Shape;1323;p29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1324" name="Google Shape;1324;p29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325" name="Google Shape;1325;p29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326" name="Google Shape;1326;p29"/>
                    <p:cNvCxnSpPr>
                      <a:stCxn id="1307" idx="5"/>
                    </p:cNvCxnSpPr>
                    <p:nvPr/>
                  </p:nvCxnSpPr>
                  <p:spPr>
                    <a:xfrm rot="10800000" flipH="1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327" name="Google Shape;1327;p29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328" name="Google Shape;1328;p29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29" name="Google Shape;1329;p29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30" name="Google Shape;1330;p29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1" name="Google Shape;1331;p29"/>
            <p:cNvGrpSpPr/>
            <p:nvPr/>
          </p:nvGrpSpPr>
          <p:grpSpPr>
            <a:xfrm>
              <a:off x="-743048" y="-759400"/>
              <a:ext cx="2975798" cy="2392650"/>
              <a:chOff x="4418377" y="-851325"/>
              <a:chExt cx="2975798" cy="2392650"/>
            </a:xfrm>
          </p:grpSpPr>
          <p:grpSp>
            <p:nvGrpSpPr>
              <p:cNvPr id="1332" name="Google Shape;1332;p29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333" name="Google Shape;1333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34" name="Google Shape;1334;p2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35" name="Google Shape;1335;p29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36" name="Google Shape;1336;p29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337" name="Google Shape;1337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38" name="Google Shape;1338;p29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39" name="Google Shape;1339;p29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340" name="Google Shape;1340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41" name="Google Shape;1341;p29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42" name="Google Shape;1342;p29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1343" name="Google Shape;1343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44" name="Google Shape;1344;p29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45" name="Google Shape;1345;p29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6" name="Google Shape;1346;p29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7" name="Google Shape;1347;p29"/>
              <p:cNvCxnSpPr>
                <a:stCxn id="1333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8" name="Google Shape;1348;p29"/>
              <p:cNvCxnSpPr>
                <a:stCxn id="1343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29"/>
              <p:cNvCxnSpPr>
                <a:stCxn id="1340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0" name="Google Shape;1350;p29"/>
              <p:cNvCxnSpPr>
                <a:stCxn id="1337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1" name="Google Shape;1351;p29"/>
              <p:cNvCxnSpPr>
                <a:stCxn id="1343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52" name="Google Shape;1352;p29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3" name="Google Shape;1353;p29"/>
              <p:cNvCxnSpPr>
                <a:stCxn id="1337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54" name="Google Shape;1354;p29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" name="Google Shape;1355;p29"/>
              <p:cNvSpPr/>
              <p:nvPr/>
            </p:nvSpPr>
            <p:spPr>
              <a:xfrm>
                <a:off x="4418377" y="472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56" name="Google Shape;1356;p29"/>
            <p:cNvGrpSpPr/>
            <p:nvPr/>
          </p:nvGrpSpPr>
          <p:grpSpPr>
            <a:xfrm>
              <a:off x="7508103" y="-733512"/>
              <a:ext cx="1845335" cy="2340875"/>
              <a:chOff x="7508103" y="-180450"/>
              <a:chExt cx="1845335" cy="2340875"/>
            </a:xfrm>
          </p:grpSpPr>
          <p:grpSp>
            <p:nvGrpSpPr>
              <p:cNvPr id="1357" name="Google Shape;1357;p29"/>
              <p:cNvGrpSpPr/>
              <p:nvPr/>
            </p:nvGrpSpPr>
            <p:grpSpPr>
              <a:xfrm>
                <a:off x="8109628" y="-180450"/>
                <a:ext cx="1128460" cy="989200"/>
                <a:chOff x="2136440" y="1592025"/>
                <a:chExt cx="1128460" cy="989200"/>
              </a:xfrm>
            </p:grpSpPr>
            <p:grpSp>
              <p:nvGrpSpPr>
                <p:cNvPr id="1358" name="Google Shape;1358;p29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1359" name="Google Shape;1359;p2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60" name="Google Shape;1360;p29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361" name="Google Shape;1361;p29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1362" name="Google Shape;1362;p29"/>
                <p:cNvCxnSpPr>
                  <a:stCxn id="1359" idx="3"/>
                </p:cNvCxnSpPr>
                <p:nvPr/>
              </p:nvCxnSpPr>
              <p:spPr>
                <a:xfrm>
                  <a:off x="2861700" y="2278554"/>
                  <a:ext cx="403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3" name="Google Shape;1363;p29"/>
                <p:cNvCxnSpPr>
                  <a:stCxn id="1359" idx="1"/>
                </p:cNvCxnSpPr>
                <p:nvPr/>
              </p:nvCxnSpPr>
              <p:spPr>
                <a:xfrm rot="10800000">
                  <a:off x="2174983" y="1632202"/>
                  <a:ext cx="226200" cy="3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64" name="Google Shape;1364;p29"/>
                <p:cNvSpPr/>
                <p:nvPr/>
              </p:nvSpPr>
              <p:spPr>
                <a:xfrm rot="10800000">
                  <a:off x="2136440" y="15920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65" name="Google Shape;1365;p29"/>
              <p:cNvGrpSpPr/>
              <p:nvPr/>
            </p:nvGrpSpPr>
            <p:grpSpPr>
              <a:xfrm>
                <a:off x="7508103" y="808752"/>
                <a:ext cx="1845335" cy="1351673"/>
                <a:chOff x="1557290" y="2633002"/>
                <a:chExt cx="1845335" cy="1351673"/>
              </a:xfrm>
            </p:grpSpPr>
            <p:grpSp>
              <p:nvGrpSpPr>
                <p:cNvPr id="1366" name="Google Shape;1366;p29"/>
                <p:cNvGrpSpPr/>
                <p:nvPr/>
              </p:nvGrpSpPr>
              <p:grpSpPr>
                <a:xfrm rot="10800000">
                  <a:off x="1673693" y="2677134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369" name="Google Shape;1369;p29"/>
                <p:cNvGrpSpPr/>
                <p:nvPr/>
              </p:nvGrpSpPr>
              <p:grpSpPr>
                <a:xfrm rot="10800000">
                  <a:off x="2814832" y="2633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372" name="Google Shape;1372;p29"/>
                <p:cNvCxnSpPr>
                  <a:stCxn id="1370" idx="0"/>
                </p:cNvCxnSpPr>
                <p:nvPr/>
              </p:nvCxnSpPr>
              <p:spPr>
                <a:xfrm rot="10800000">
                  <a:off x="2660332" y="2887554"/>
                  <a:ext cx="154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3" name="Google Shape;1373;p29"/>
                <p:cNvCxnSpPr>
                  <a:stCxn id="1367" idx="3"/>
                </p:cNvCxnSpPr>
                <p:nvPr/>
              </p:nvCxnSpPr>
              <p:spPr>
                <a:xfrm rot="10800000" flipH="1">
                  <a:off x="2591192" y="2886970"/>
                  <a:ext cx="73200" cy="18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4" name="Google Shape;1374;p29"/>
                <p:cNvCxnSpPr>
                  <a:stCxn id="1367" idx="5"/>
                </p:cNvCxnSpPr>
                <p:nvPr/>
              </p:nvCxnSpPr>
              <p:spPr>
                <a:xfrm flipH="1">
                  <a:off x="1596661" y="3471805"/>
                  <a:ext cx="275700" cy="47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75" name="Google Shape;1375;p29"/>
                <p:cNvSpPr/>
                <p:nvPr/>
              </p:nvSpPr>
              <p:spPr>
                <a:xfrm rot="10800000">
                  <a:off x="1557290" y="39060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33"/>
          <p:cNvSpPr txBox="1">
            <a:spLocks noGrp="1"/>
          </p:cNvSpPr>
          <p:nvPr>
            <p:ph type="ctrTitle"/>
          </p:nvPr>
        </p:nvSpPr>
        <p:spPr>
          <a:xfrm>
            <a:off x="219217" y="1461494"/>
            <a:ext cx="5509895" cy="14231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800" dirty="0"/>
              <a:t>Anonymous Bank Customer Retention and Churn Analysis</a:t>
            </a:r>
            <a:br>
              <a:rPr lang="en" sz="2800" dirty="0"/>
            </a:br>
            <a:endParaRPr lang="en-US" sz="2800" dirty="0"/>
          </a:p>
          <a:p>
            <a:r>
              <a:rPr lang="en" sz="2000" b="0" dirty="0"/>
              <a:t>Data Analytics Project – FI 8090 (Fall 2025)</a:t>
            </a:r>
            <a:endParaRPr sz="2000" b="0" dirty="0"/>
          </a:p>
        </p:txBody>
      </p:sp>
      <p:sp>
        <p:nvSpPr>
          <p:cNvPr id="1387" name="Google Shape;1387;p33"/>
          <p:cNvSpPr txBox="1">
            <a:spLocks noGrp="1"/>
          </p:cNvSpPr>
          <p:nvPr>
            <p:ph type="subTitle" idx="1"/>
          </p:nvPr>
        </p:nvSpPr>
        <p:spPr>
          <a:xfrm>
            <a:off x="258403" y="2983478"/>
            <a:ext cx="4221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latin typeface="Archivo"/>
              </a:rPr>
              <a:t>CBS </a:t>
            </a:r>
            <a:r>
              <a:rPr lang="en" err="1">
                <a:latin typeface="Archivo"/>
              </a:rPr>
              <a:t>Finlytics</a:t>
            </a:r>
            <a:r>
              <a:rPr lang="en">
                <a:latin typeface="Archivo"/>
              </a:rPr>
              <a:t> | Team #8</a:t>
            </a:r>
            <a:endParaRPr lang="en-US">
              <a:latin typeface="Archivo"/>
            </a:endParaRPr>
          </a:p>
        </p:txBody>
      </p:sp>
      <p:cxnSp>
        <p:nvCxnSpPr>
          <p:cNvPr id="1389" name="Google Shape;1389;p33"/>
          <p:cNvCxnSpPr>
            <a:stCxn id="1390" idx="5"/>
          </p:cNvCxnSpPr>
          <p:nvPr/>
        </p:nvCxnSpPr>
        <p:spPr>
          <a:xfrm flipH="1">
            <a:off x="-582564" y="5331355"/>
            <a:ext cx="275700" cy="47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58878F2-69AC-98E3-6BF1-5E7C2EE09C58}"/>
              </a:ext>
            </a:extLst>
          </p:cNvPr>
          <p:cNvSpPr txBox="1"/>
          <p:nvPr/>
        </p:nvSpPr>
        <p:spPr>
          <a:xfrm>
            <a:off x="483031" y="3381221"/>
            <a:ext cx="377971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>
                <a:solidFill>
                  <a:schemeClr val="tx1"/>
                </a:solidFill>
                <a:latin typeface="Archivo"/>
                <a:cs typeface="Segoe UI"/>
              </a:rPr>
              <a:t>Breanna Jones</a:t>
            </a:r>
            <a:endParaRPr lang="en-US" sz="1600">
              <a:solidFill>
                <a:schemeClr val="tx1"/>
              </a:solidFill>
              <a:latin typeface="Archivo"/>
            </a:endParaRPr>
          </a:p>
          <a:p>
            <a:pPr marL="285750" indent="-285750">
              <a:buChar char="•"/>
            </a:pPr>
            <a:r>
              <a:rPr lang="en-US" sz="1600">
                <a:solidFill>
                  <a:schemeClr val="tx1"/>
                </a:solidFill>
                <a:latin typeface="Archivo"/>
                <a:cs typeface="Segoe UI"/>
              </a:rPr>
              <a:t>Chidera Ebele</a:t>
            </a:r>
            <a:endParaRPr lang="en-US" sz="1600">
              <a:solidFill>
                <a:schemeClr val="tx1"/>
              </a:solidFill>
              <a:latin typeface="Archivo"/>
            </a:endParaRPr>
          </a:p>
          <a:p>
            <a:pPr marL="285750" indent="-285750">
              <a:buChar char="•"/>
            </a:pPr>
            <a:r>
              <a:rPr lang="en-US" sz="1600">
                <a:solidFill>
                  <a:schemeClr val="tx1"/>
                </a:solidFill>
                <a:latin typeface="Archivo"/>
              </a:rPr>
              <a:t>Siddhant Khatiwada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409" name="Google Shape;1409;p35"/>
          <p:cNvSpPr txBox="1">
            <a:spLocks noGrp="1"/>
          </p:cNvSpPr>
          <p:nvPr>
            <p:ph type="title" idx="5"/>
          </p:nvPr>
        </p:nvSpPr>
        <p:spPr>
          <a:xfrm>
            <a:off x="1415375" y="1353088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10" name="Google Shape;1410;p35"/>
          <p:cNvSpPr txBox="1">
            <a:spLocks noGrp="1"/>
          </p:cNvSpPr>
          <p:nvPr>
            <p:ph type="title" idx="6"/>
          </p:nvPr>
        </p:nvSpPr>
        <p:spPr>
          <a:xfrm>
            <a:off x="4121400" y="303845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411" name="Google Shape;1411;p35"/>
          <p:cNvSpPr txBox="1">
            <a:spLocks noGrp="1"/>
          </p:cNvSpPr>
          <p:nvPr>
            <p:ph type="title" idx="7"/>
          </p:nvPr>
        </p:nvSpPr>
        <p:spPr>
          <a:xfrm>
            <a:off x="1415375" y="303845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412" name="Google Shape;1412;p35"/>
          <p:cNvSpPr txBox="1">
            <a:spLocks noGrp="1"/>
          </p:cNvSpPr>
          <p:nvPr>
            <p:ph type="title" idx="8"/>
          </p:nvPr>
        </p:nvSpPr>
        <p:spPr>
          <a:xfrm>
            <a:off x="4121400" y="1353088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15" name="Google Shape;1415;p35"/>
          <p:cNvSpPr txBox="1">
            <a:spLocks noGrp="1"/>
          </p:cNvSpPr>
          <p:nvPr>
            <p:ph type="title" idx="14"/>
          </p:nvPr>
        </p:nvSpPr>
        <p:spPr>
          <a:xfrm>
            <a:off x="6827425" y="303845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416" name="Google Shape;1416;p35"/>
          <p:cNvSpPr txBox="1">
            <a:spLocks noGrp="1"/>
          </p:cNvSpPr>
          <p:nvPr>
            <p:ph type="title" idx="15"/>
          </p:nvPr>
        </p:nvSpPr>
        <p:spPr>
          <a:xfrm>
            <a:off x="6827425" y="1353088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17" name="Google Shape;1417;p35"/>
          <p:cNvSpPr txBox="1">
            <a:spLocks noGrp="1"/>
          </p:cNvSpPr>
          <p:nvPr>
            <p:ph type="subTitle" idx="16"/>
          </p:nvPr>
        </p:nvSpPr>
        <p:spPr>
          <a:xfrm>
            <a:off x="713225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</a:t>
            </a:r>
          </a:p>
        </p:txBody>
      </p:sp>
      <p:sp>
        <p:nvSpPr>
          <p:cNvPr id="1418" name="Google Shape;1418;p35"/>
          <p:cNvSpPr txBox="1">
            <a:spLocks noGrp="1"/>
          </p:cNvSpPr>
          <p:nvPr>
            <p:ph type="subTitle" idx="17"/>
          </p:nvPr>
        </p:nvSpPr>
        <p:spPr>
          <a:xfrm>
            <a:off x="713225" y="3656675"/>
            <a:ext cx="2656662" cy="3507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Model Development</a:t>
            </a:r>
            <a:endParaRPr/>
          </a:p>
        </p:txBody>
      </p:sp>
      <p:sp>
        <p:nvSpPr>
          <p:cNvPr id="1419" name="Google Shape;1419;p35"/>
          <p:cNvSpPr txBox="1">
            <a:spLocks noGrp="1"/>
          </p:cNvSpPr>
          <p:nvPr>
            <p:ph type="subTitle" idx="18"/>
          </p:nvPr>
        </p:nvSpPr>
        <p:spPr>
          <a:xfrm>
            <a:off x="3419250" y="362224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</a:p>
        </p:txBody>
      </p:sp>
      <p:sp>
        <p:nvSpPr>
          <p:cNvPr id="1420" name="Google Shape;1420;p35"/>
          <p:cNvSpPr txBox="1">
            <a:spLocks noGrp="1"/>
          </p:cNvSpPr>
          <p:nvPr>
            <p:ph type="subTitle" idx="19"/>
          </p:nvPr>
        </p:nvSpPr>
        <p:spPr>
          <a:xfrm>
            <a:off x="3419250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Data Exploration</a:t>
            </a:r>
          </a:p>
        </p:txBody>
      </p:sp>
      <p:sp>
        <p:nvSpPr>
          <p:cNvPr id="1421" name="Google Shape;1421;p35"/>
          <p:cNvSpPr txBox="1">
            <a:spLocks noGrp="1"/>
          </p:cNvSpPr>
          <p:nvPr>
            <p:ph type="subTitle" idx="20"/>
          </p:nvPr>
        </p:nvSpPr>
        <p:spPr>
          <a:xfrm>
            <a:off x="6125275" y="362224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422" name="Google Shape;1422;p35"/>
          <p:cNvSpPr txBox="1">
            <a:spLocks noGrp="1"/>
          </p:cNvSpPr>
          <p:nvPr>
            <p:ph type="subTitle" idx="21"/>
          </p:nvPr>
        </p:nvSpPr>
        <p:spPr>
          <a:xfrm>
            <a:off x="6125275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</a:t>
            </a:r>
          </a:p>
        </p:txBody>
      </p:sp>
      <p:sp>
        <p:nvSpPr>
          <p:cNvPr id="1702" name="Google Shape;1702;p51"/>
          <p:cNvSpPr txBox="1"/>
          <p:nvPr/>
        </p:nvSpPr>
        <p:spPr>
          <a:xfrm>
            <a:off x="5250578" y="2045892"/>
            <a:ext cx="31764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15000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Explore what customer behaviors and demographics influence churn.</a:t>
            </a:r>
          </a:p>
        </p:txBody>
      </p:sp>
      <p:sp>
        <p:nvSpPr>
          <p:cNvPr id="1703" name="Google Shape;1703;p51"/>
          <p:cNvSpPr txBox="1"/>
          <p:nvPr/>
        </p:nvSpPr>
        <p:spPr>
          <a:xfrm>
            <a:off x="5257461" y="2865717"/>
            <a:ext cx="31764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15000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Which factors predict churn?</a:t>
            </a: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Low balances and overdrafts linked to churn rate?</a:t>
            </a: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Online users churn less?</a:t>
            </a:r>
          </a:p>
        </p:txBody>
      </p:sp>
      <p:sp>
        <p:nvSpPr>
          <p:cNvPr id="1704" name="Google Shape;1704;p51"/>
          <p:cNvSpPr txBox="1"/>
          <p:nvPr/>
        </p:nvSpPr>
        <p:spPr>
          <a:xfrm>
            <a:off x="5254350" y="3885225"/>
            <a:ext cx="31764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15000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LASSO Logistic Regression</a:t>
            </a: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Decision Tree</a:t>
            </a: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Gradient Boosting</a:t>
            </a:r>
          </a:p>
        </p:txBody>
      </p:sp>
      <p:sp>
        <p:nvSpPr>
          <p:cNvPr id="1705" name="Google Shape;1705;p51"/>
          <p:cNvSpPr txBox="1"/>
          <p:nvPr/>
        </p:nvSpPr>
        <p:spPr>
          <a:xfrm>
            <a:off x="745800" y="2626875"/>
            <a:ext cx="1374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Archivo"/>
                <a:ea typeface="Archivo"/>
                <a:cs typeface="Archivo"/>
              </a:rPr>
              <a:t>Analysis</a:t>
            </a:r>
          </a:p>
        </p:txBody>
      </p:sp>
      <p:cxnSp>
        <p:nvCxnSpPr>
          <p:cNvPr id="1706" name="Google Shape;1706;p51"/>
          <p:cNvCxnSpPr>
            <a:cxnSpLocks/>
            <a:stCxn id="1705" idx="0"/>
            <a:endCxn id="1707" idx="3"/>
          </p:cNvCxnSpPr>
          <p:nvPr/>
        </p:nvCxnSpPr>
        <p:spPr>
          <a:xfrm rot="-5400000">
            <a:off x="1249500" y="1661325"/>
            <a:ext cx="1149300" cy="781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8" name="Google Shape;1708;p51"/>
          <p:cNvCxnSpPr>
            <a:cxnSpLocks/>
            <a:stCxn id="1705" idx="2"/>
            <a:endCxn id="1709" idx="3"/>
          </p:cNvCxnSpPr>
          <p:nvPr/>
        </p:nvCxnSpPr>
        <p:spPr>
          <a:xfrm rot="16200000" flipH="1">
            <a:off x="1255200" y="3283125"/>
            <a:ext cx="1137900" cy="781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0" name="Google Shape;1710;p51"/>
          <p:cNvCxnSpPr>
            <a:cxnSpLocks/>
            <a:stCxn id="1705" idx="0"/>
            <a:endCxn id="1711" idx="3"/>
          </p:cNvCxnSpPr>
          <p:nvPr/>
        </p:nvCxnSpPr>
        <p:spPr>
          <a:xfrm rot="-5400000">
            <a:off x="1710300" y="2122125"/>
            <a:ext cx="227700" cy="781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2" name="Google Shape;1712;p51"/>
          <p:cNvCxnSpPr>
            <a:cxnSpLocks/>
            <a:stCxn id="1705" idx="2"/>
            <a:endCxn id="1713" idx="3"/>
          </p:cNvCxnSpPr>
          <p:nvPr/>
        </p:nvCxnSpPr>
        <p:spPr>
          <a:xfrm rot="-5400000" flipH="1">
            <a:off x="1716150" y="2822175"/>
            <a:ext cx="216000" cy="781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4" name="Google Shape;1714;p51"/>
          <p:cNvSpPr txBox="1"/>
          <p:nvPr/>
        </p:nvSpPr>
        <p:spPr>
          <a:xfrm>
            <a:off x="2964875" y="1125475"/>
            <a:ext cx="22857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Archivo"/>
                <a:ea typeface="Archivo"/>
                <a:cs typeface="Archivo"/>
              </a:rPr>
              <a:t>Objective</a:t>
            </a:r>
          </a:p>
        </p:txBody>
      </p:sp>
      <p:sp>
        <p:nvSpPr>
          <p:cNvPr id="1715" name="Google Shape;1715;p51"/>
          <p:cNvSpPr txBox="1"/>
          <p:nvPr/>
        </p:nvSpPr>
        <p:spPr>
          <a:xfrm>
            <a:off x="2964875" y="2045900"/>
            <a:ext cx="22857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Archivo"/>
                <a:ea typeface="Archivo"/>
                <a:cs typeface="Archivo"/>
              </a:rPr>
              <a:t>Investigation</a:t>
            </a:r>
          </a:p>
        </p:txBody>
      </p:sp>
      <p:sp>
        <p:nvSpPr>
          <p:cNvPr id="1716" name="Google Shape;1716;p51"/>
          <p:cNvSpPr txBox="1"/>
          <p:nvPr/>
        </p:nvSpPr>
        <p:spPr>
          <a:xfrm>
            <a:off x="2964875" y="2969000"/>
            <a:ext cx="22857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Archivo"/>
                <a:ea typeface="Archivo"/>
                <a:cs typeface="Archivo"/>
              </a:rPr>
              <a:t>Questions</a:t>
            </a:r>
          </a:p>
        </p:txBody>
      </p:sp>
      <p:sp>
        <p:nvSpPr>
          <p:cNvPr id="1717" name="Google Shape;1717;p51"/>
          <p:cNvSpPr txBox="1"/>
          <p:nvPr/>
        </p:nvSpPr>
        <p:spPr>
          <a:xfrm>
            <a:off x="2964875" y="3885225"/>
            <a:ext cx="22857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Archivo"/>
                <a:ea typeface="Archivo"/>
                <a:cs typeface="Archivo"/>
              </a:rPr>
              <a:t>Approach</a:t>
            </a:r>
          </a:p>
        </p:txBody>
      </p:sp>
      <p:sp>
        <p:nvSpPr>
          <p:cNvPr id="1707" name="Google Shape;1707;p51"/>
          <p:cNvSpPr/>
          <p:nvPr/>
        </p:nvSpPr>
        <p:spPr>
          <a:xfrm>
            <a:off x="2215079" y="1225669"/>
            <a:ext cx="581400" cy="5037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1" name="Google Shape;1711;p51"/>
          <p:cNvSpPr/>
          <p:nvPr/>
        </p:nvSpPr>
        <p:spPr>
          <a:xfrm>
            <a:off x="2215079" y="2147444"/>
            <a:ext cx="581400" cy="5037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3" name="Google Shape;1713;p51"/>
          <p:cNvSpPr/>
          <p:nvPr/>
        </p:nvSpPr>
        <p:spPr>
          <a:xfrm>
            <a:off x="2215079" y="3069219"/>
            <a:ext cx="581400" cy="5037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9" name="Google Shape;1709;p51"/>
          <p:cNvSpPr/>
          <p:nvPr/>
        </p:nvSpPr>
        <p:spPr>
          <a:xfrm>
            <a:off x="2215079" y="3990994"/>
            <a:ext cx="581400" cy="5037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8" name="Google Shape;1718;p51"/>
          <p:cNvSpPr/>
          <p:nvPr/>
        </p:nvSpPr>
        <p:spPr>
          <a:xfrm>
            <a:off x="2315178" y="1327517"/>
            <a:ext cx="381209" cy="312466"/>
          </a:xfrm>
          <a:custGeom>
            <a:avLst/>
            <a:gdLst/>
            <a:ahLst/>
            <a:cxnLst/>
            <a:rect l="l" t="t" r="r" b="b"/>
            <a:pathLst>
              <a:path w="11967" h="9809" extrusionOk="0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51"/>
          <p:cNvSpPr/>
          <p:nvPr/>
        </p:nvSpPr>
        <p:spPr>
          <a:xfrm>
            <a:off x="2322957" y="2217524"/>
            <a:ext cx="365632" cy="363561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51"/>
          <p:cNvGrpSpPr/>
          <p:nvPr/>
        </p:nvGrpSpPr>
        <p:grpSpPr>
          <a:xfrm>
            <a:off x="2312752" y="4111156"/>
            <a:ext cx="365385" cy="285821"/>
            <a:chOff x="2567841" y="1994124"/>
            <a:chExt cx="399812" cy="306477"/>
          </a:xfrm>
        </p:grpSpPr>
        <p:sp>
          <p:nvSpPr>
            <p:cNvPr id="1721" name="Google Shape;1721;p51"/>
            <p:cNvSpPr/>
            <p:nvPr/>
          </p:nvSpPr>
          <p:spPr>
            <a:xfrm>
              <a:off x="2567841" y="1994124"/>
              <a:ext cx="399812" cy="306477"/>
            </a:xfrm>
            <a:custGeom>
              <a:avLst/>
              <a:gdLst/>
              <a:ahLst/>
              <a:cxnLst/>
              <a:rect l="l" t="t" r="r" b="b"/>
              <a:pathLst>
                <a:path w="12551" h="9621" extrusionOk="0">
                  <a:moveTo>
                    <a:pt x="11157" y="346"/>
                  </a:moveTo>
                  <a:lnTo>
                    <a:pt x="11157" y="6584"/>
                  </a:lnTo>
                  <a:lnTo>
                    <a:pt x="1334" y="6584"/>
                  </a:lnTo>
                  <a:lnTo>
                    <a:pt x="1334" y="346"/>
                  </a:lnTo>
                  <a:close/>
                  <a:moveTo>
                    <a:pt x="7442" y="7930"/>
                  </a:moveTo>
                  <a:lnTo>
                    <a:pt x="7621" y="8561"/>
                  </a:lnTo>
                  <a:lnTo>
                    <a:pt x="4859" y="8561"/>
                  </a:lnTo>
                  <a:lnTo>
                    <a:pt x="5037" y="7930"/>
                  </a:lnTo>
                  <a:close/>
                  <a:moveTo>
                    <a:pt x="11217" y="6954"/>
                  </a:moveTo>
                  <a:lnTo>
                    <a:pt x="12038" y="8561"/>
                  </a:lnTo>
                  <a:lnTo>
                    <a:pt x="7990" y="8561"/>
                  </a:lnTo>
                  <a:lnTo>
                    <a:pt x="7776" y="7835"/>
                  </a:lnTo>
                  <a:cubicBezTo>
                    <a:pt x="7740" y="7680"/>
                    <a:pt x="7597" y="7573"/>
                    <a:pt x="7454" y="7573"/>
                  </a:cubicBezTo>
                  <a:lnTo>
                    <a:pt x="5013" y="7573"/>
                  </a:lnTo>
                  <a:cubicBezTo>
                    <a:pt x="4859" y="7573"/>
                    <a:pt x="4716" y="7680"/>
                    <a:pt x="4680" y="7835"/>
                  </a:cubicBezTo>
                  <a:lnTo>
                    <a:pt x="4478" y="8561"/>
                  </a:lnTo>
                  <a:lnTo>
                    <a:pt x="430" y="8561"/>
                  </a:lnTo>
                  <a:lnTo>
                    <a:pt x="1263" y="6954"/>
                  </a:lnTo>
                  <a:close/>
                  <a:moveTo>
                    <a:pt x="12157" y="8930"/>
                  </a:moveTo>
                  <a:lnTo>
                    <a:pt x="12157" y="9216"/>
                  </a:lnTo>
                  <a:lnTo>
                    <a:pt x="12169" y="9216"/>
                  </a:lnTo>
                  <a:cubicBezTo>
                    <a:pt x="12169" y="9239"/>
                    <a:pt x="12145" y="9275"/>
                    <a:pt x="12110" y="9275"/>
                  </a:cubicBezTo>
                  <a:lnTo>
                    <a:pt x="382" y="9275"/>
                  </a:lnTo>
                  <a:cubicBezTo>
                    <a:pt x="346" y="9275"/>
                    <a:pt x="322" y="9239"/>
                    <a:pt x="322" y="9216"/>
                  </a:cubicBezTo>
                  <a:lnTo>
                    <a:pt x="322" y="8930"/>
                  </a:lnTo>
                  <a:close/>
                  <a:moveTo>
                    <a:pt x="1334" y="0"/>
                  </a:moveTo>
                  <a:cubicBezTo>
                    <a:pt x="1144" y="0"/>
                    <a:pt x="977" y="167"/>
                    <a:pt x="977" y="357"/>
                  </a:cubicBezTo>
                  <a:lnTo>
                    <a:pt x="977" y="6739"/>
                  </a:lnTo>
                  <a:lnTo>
                    <a:pt x="1" y="8680"/>
                  </a:lnTo>
                  <a:lnTo>
                    <a:pt x="1" y="8692"/>
                  </a:lnTo>
                  <a:lnTo>
                    <a:pt x="1" y="8704"/>
                  </a:lnTo>
                  <a:lnTo>
                    <a:pt x="1" y="8728"/>
                  </a:lnTo>
                  <a:lnTo>
                    <a:pt x="1" y="8739"/>
                  </a:lnTo>
                  <a:lnTo>
                    <a:pt x="1" y="9204"/>
                  </a:lnTo>
                  <a:cubicBezTo>
                    <a:pt x="1" y="9442"/>
                    <a:pt x="191" y="9620"/>
                    <a:pt x="406" y="9620"/>
                  </a:cubicBezTo>
                  <a:lnTo>
                    <a:pt x="12133" y="9620"/>
                  </a:lnTo>
                  <a:cubicBezTo>
                    <a:pt x="12371" y="9620"/>
                    <a:pt x="12550" y="9418"/>
                    <a:pt x="12550" y="9204"/>
                  </a:cubicBezTo>
                  <a:lnTo>
                    <a:pt x="12526" y="8739"/>
                  </a:lnTo>
                  <a:lnTo>
                    <a:pt x="12526" y="8704"/>
                  </a:lnTo>
                  <a:lnTo>
                    <a:pt x="12526" y="8692"/>
                  </a:lnTo>
                  <a:lnTo>
                    <a:pt x="12526" y="8680"/>
                  </a:lnTo>
                  <a:lnTo>
                    <a:pt x="11550" y="6739"/>
                  </a:lnTo>
                  <a:lnTo>
                    <a:pt x="11550" y="357"/>
                  </a:lnTo>
                  <a:cubicBezTo>
                    <a:pt x="11550" y="167"/>
                    <a:pt x="11383" y="0"/>
                    <a:pt x="11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1"/>
            <p:cNvSpPr/>
            <p:nvPr/>
          </p:nvSpPr>
          <p:spPr>
            <a:xfrm>
              <a:off x="2623237" y="2113963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lnTo>
                    <a:pt x="0" y="2132"/>
                  </a:lnTo>
                  <a:cubicBezTo>
                    <a:pt x="0" y="2299"/>
                    <a:pt x="131" y="2418"/>
                    <a:pt x="274" y="2418"/>
                  </a:cubicBezTo>
                  <a:lnTo>
                    <a:pt x="8727" y="2418"/>
                  </a:lnTo>
                  <a:cubicBezTo>
                    <a:pt x="8894" y="2418"/>
                    <a:pt x="9013" y="2287"/>
                    <a:pt x="9013" y="2132"/>
                  </a:cubicBezTo>
                  <a:lnTo>
                    <a:pt x="9013" y="179"/>
                  </a:lnTo>
                  <a:cubicBezTo>
                    <a:pt x="9025" y="96"/>
                    <a:pt x="8942" y="1"/>
                    <a:pt x="8835" y="1"/>
                  </a:cubicBezTo>
                  <a:cubicBezTo>
                    <a:pt x="8727" y="1"/>
                    <a:pt x="8656" y="96"/>
                    <a:pt x="8656" y="179"/>
                  </a:cubicBezTo>
                  <a:lnTo>
                    <a:pt x="8656" y="2049"/>
                  </a:lnTo>
                  <a:lnTo>
                    <a:pt x="357" y="2049"/>
                  </a:lnTo>
                  <a:lnTo>
                    <a:pt x="357" y="179"/>
                  </a:lnTo>
                  <a:cubicBezTo>
                    <a:pt x="357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1"/>
            <p:cNvSpPr/>
            <p:nvPr/>
          </p:nvSpPr>
          <p:spPr>
            <a:xfrm>
              <a:off x="2623237" y="2017251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286" y="1"/>
                  </a:moveTo>
                  <a:cubicBezTo>
                    <a:pt x="119" y="1"/>
                    <a:pt x="0" y="143"/>
                    <a:pt x="0" y="286"/>
                  </a:cubicBezTo>
                  <a:lnTo>
                    <a:pt x="0" y="2239"/>
                  </a:lnTo>
                  <a:cubicBezTo>
                    <a:pt x="0" y="2346"/>
                    <a:pt x="84" y="2418"/>
                    <a:pt x="179" y="2418"/>
                  </a:cubicBezTo>
                  <a:cubicBezTo>
                    <a:pt x="286" y="2418"/>
                    <a:pt x="357" y="2322"/>
                    <a:pt x="357" y="2239"/>
                  </a:cubicBezTo>
                  <a:lnTo>
                    <a:pt x="357" y="382"/>
                  </a:lnTo>
                  <a:lnTo>
                    <a:pt x="8656" y="382"/>
                  </a:lnTo>
                  <a:lnTo>
                    <a:pt x="8656" y="2239"/>
                  </a:lnTo>
                  <a:cubicBezTo>
                    <a:pt x="8656" y="2346"/>
                    <a:pt x="8751" y="2418"/>
                    <a:pt x="8835" y="2418"/>
                  </a:cubicBezTo>
                  <a:cubicBezTo>
                    <a:pt x="8942" y="2418"/>
                    <a:pt x="9013" y="2322"/>
                    <a:pt x="9013" y="2239"/>
                  </a:cubicBezTo>
                  <a:lnTo>
                    <a:pt x="9013" y="286"/>
                  </a:lnTo>
                  <a:cubicBezTo>
                    <a:pt x="9025" y="143"/>
                    <a:pt x="8894" y="1"/>
                    <a:pt x="8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702;p51">
            <a:extLst>
              <a:ext uri="{FF2B5EF4-FFF2-40B4-BE49-F238E27FC236}">
                <a16:creationId xmlns:a16="http://schemas.microsoft.com/office/drawing/2014/main" id="{12116F02-91D2-DA38-1CA4-7B3BC88062BC}"/>
              </a:ext>
            </a:extLst>
          </p:cNvPr>
          <p:cNvSpPr txBox="1"/>
          <p:nvPr/>
        </p:nvSpPr>
        <p:spPr>
          <a:xfrm>
            <a:off x="5250578" y="1639644"/>
            <a:ext cx="3871839" cy="69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14999"/>
              </a:lnSpc>
              <a:buFont typeface="Arial,Sans-Serif"/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Identify key factors driving churn.</a:t>
            </a:r>
          </a:p>
          <a:p>
            <a:pPr marL="285750" indent="-285750">
              <a:lnSpc>
                <a:spcPct val="114999"/>
              </a:lnSpc>
              <a:buFont typeface="Arial,Sans-Serif"/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Build predictive models to classify customers.</a:t>
            </a:r>
          </a:p>
          <a:p>
            <a:pPr marL="285750" indent="-285750">
              <a:lnSpc>
                <a:spcPct val="114999"/>
              </a:lnSpc>
              <a:buFont typeface="Arial,Sans-Serif"/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Recommend retention strategies.</a:t>
            </a:r>
          </a:p>
          <a:p>
            <a:pPr>
              <a:lnSpc>
                <a:spcPct val="114999"/>
              </a:lnSpc>
            </a:pPr>
            <a:endParaRPr lang="en">
              <a:solidFill>
                <a:schemeClr val="dk1"/>
              </a:solidFill>
              <a:latin typeface="Catamaran"/>
              <a:ea typeface="Catamaran"/>
              <a:cs typeface="Catamaran"/>
            </a:endParaRPr>
          </a:p>
          <a:p>
            <a:pPr marL="285750" indent="-285750">
              <a:lnSpc>
                <a:spcPct val="114999"/>
              </a:lnSpc>
              <a:buFont typeface="Arial,Sans-Serif"/>
              <a:buChar char="•"/>
            </a:pPr>
            <a:endParaRPr lang="en">
              <a:solidFill>
                <a:schemeClr val="dk1"/>
              </a:solidFill>
              <a:latin typeface="Catamaran"/>
              <a:ea typeface="Catamaran"/>
              <a:cs typeface="Catamaran"/>
            </a:endParaRPr>
          </a:p>
          <a:p>
            <a:pPr>
              <a:lnSpc>
                <a:spcPct val="114999"/>
              </a:lnSpc>
            </a:pPr>
            <a:endParaRPr lang="en">
              <a:solidFill>
                <a:schemeClr val="dk1"/>
              </a:solidFill>
              <a:latin typeface="Catamaran"/>
              <a:ea typeface="Catamaran"/>
              <a:cs typeface="Catamaran"/>
            </a:endParaRPr>
          </a:p>
        </p:txBody>
      </p:sp>
      <p:grpSp>
        <p:nvGrpSpPr>
          <p:cNvPr id="12" name="Google Shape;9866;p73">
            <a:extLst>
              <a:ext uri="{FF2B5EF4-FFF2-40B4-BE49-F238E27FC236}">
                <a16:creationId xmlns:a16="http://schemas.microsoft.com/office/drawing/2014/main" id="{77EE369A-37CF-137D-2AE8-FC1316FA95B9}"/>
              </a:ext>
            </a:extLst>
          </p:cNvPr>
          <p:cNvGrpSpPr/>
          <p:nvPr/>
        </p:nvGrpSpPr>
        <p:grpSpPr>
          <a:xfrm>
            <a:off x="2340541" y="3140306"/>
            <a:ext cx="356164" cy="355815"/>
            <a:chOff x="3040984" y="3681059"/>
            <a:chExt cx="356164" cy="355815"/>
          </a:xfrm>
        </p:grpSpPr>
        <p:sp>
          <p:nvSpPr>
            <p:cNvPr id="9" name="Google Shape;9867;p73">
              <a:extLst>
                <a:ext uri="{FF2B5EF4-FFF2-40B4-BE49-F238E27FC236}">
                  <a16:creationId xmlns:a16="http://schemas.microsoft.com/office/drawing/2014/main" id="{E87EDCA5-5A2C-6888-1017-D23E61A59049}"/>
                </a:ext>
              </a:extLst>
            </p:cNvPr>
            <p:cNvSpPr/>
            <p:nvPr/>
          </p:nvSpPr>
          <p:spPr>
            <a:xfrm>
              <a:off x="3040984" y="3681059"/>
              <a:ext cx="356164" cy="355815"/>
            </a:xfrm>
            <a:custGeom>
              <a:avLst/>
              <a:gdLst/>
              <a:ahLst/>
              <a:cxnLst/>
              <a:rect l="l" t="t" r="r" b="b"/>
              <a:pathLst>
                <a:path w="11216" h="11205" extrusionOk="0">
                  <a:moveTo>
                    <a:pt x="5620" y="0"/>
                  </a:moveTo>
                  <a:cubicBezTo>
                    <a:pt x="4274" y="0"/>
                    <a:pt x="2965" y="488"/>
                    <a:pt x="1953" y="1369"/>
                  </a:cubicBezTo>
                  <a:cubicBezTo>
                    <a:pt x="1881" y="1429"/>
                    <a:pt x="1881" y="1536"/>
                    <a:pt x="1941" y="1608"/>
                  </a:cubicBezTo>
                  <a:cubicBezTo>
                    <a:pt x="1972" y="1645"/>
                    <a:pt x="2016" y="1663"/>
                    <a:pt x="2061" y="1663"/>
                  </a:cubicBezTo>
                  <a:cubicBezTo>
                    <a:pt x="2103" y="1663"/>
                    <a:pt x="2145" y="1648"/>
                    <a:pt x="2179" y="1620"/>
                  </a:cubicBezTo>
                  <a:cubicBezTo>
                    <a:pt x="3131" y="786"/>
                    <a:pt x="4358" y="346"/>
                    <a:pt x="5620" y="346"/>
                  </a:cubicBezTo>
                  <a:cubicBezTo>
                    <a:pt x="7013" y="346"/>
                    <a:pt x="8346" y="893"/>
                    <a:pt x="9335" y="1893"/>
                  </a:cubicBezTo>
                  <a:cubicBezTo>
                    <a:pt x="10335" y="2882"/>
                    <a:pt x="10882" y="4215"/>
                    <a:pt x="10882" y="5608"/>
                  </a:cubicBezTo>
                  <a:cubicBezTo>
                    <a:pt x="10882" y="7013"/>
                    <a:pt x="10335" y="8335"/>
                    <a:pt x="9335" y="9335"/>
                  </a:cubicBezTo>
                  <a:cubicBezTo>
                    <a:pt x="8346" y="10323"/>
                    <a:pt x="7013" y="10883"/>
                    <a:pt x="5620" y="10883"/>
                  </a:cubicBezTo>
                  <a:cubicBezTo>
                    <a:pt x="4215" y="10883"/>
                    <a:pt x="2893" y="10323"/>
                    <a:pt x="1893" y="9335"/>
                  </a:cubicBezTo>
                  <a:cubicBezTo>
                    <a:pt x="893" y="8335"/>
                    <a:pt x="345" y="7013"/>
                    <a:pt x="345" y="5608"/>
                  </a:cubicBezTo>
                  <a:cubicBezTo>
                    <a:pt x="345" y="4298"/>
                    <a:pt x="822" y="3048"/>
                    <a:pt x="1703" y="2084"/>
                  </a:cubicBezTo>
                  <a:cubicBezTo>
                    <a:pt x="1762" y="2012"/>
                    <a:pt x="1762" y="1905"/>
                    <a:pt x="1691" y="1846"/>
                  </a:cubicBezTo>
                  <a:cubicBezTo>
                    <a:pt x="1657" y="1817"/>
                    <a:pt x="1614" y="1802"/>
                    <a:pt x="1573" y="1802"/>
                  </a:cubicBezTo>
                  <a:cubicBezTo>
                    <a:pt x="1528" y="1802"/>
                    <a:pt x="1484" y="1820"/>
                    <a:pt x="1453" y="1858"/>
                  </a:cubicBezTo>
                  <a:cubicBezTo>
                    <a:pt x="512" y="2882"/>
                    <a:pt x="0" y="4227"/>
                    <a:pt x="0" y="5608"/>
                  </a:cubicBezTo>
                  <a:cubicBezTo>
                    <a:pt x="0" y="7096"/>
                    <a:pt x="583" y="8513"/>
                    <a:pt x="1643" y="9573"/>
                  </a:cubicBezTo>
                  <a:cubicBezTo>
                    <a:pt x="2703" y="10621"/>
                    <a:pt x="4096" y="11204"/>
                    <a:pt x="5608" y="11204"/>
                  </a:cubicBezTo>
                  <a:cubicBezTo>
                    <a:pt x="7108" y="11204"/>
                    <a:pt x="8501" y="10621"/>
                    <a:pt x="9561" y="9573"/>
                  </a:cubicBezTo>
                  <a:cubicBezTo>
                    <a:pt x="10620" y="8513"/>
                    <a:pt x="11204" y="7108"/>
                    <a:pt x="11204" y="5608"/>
                  </a:cubicBezTo>
                  <a:cubicBezTo>
                    <a:pt x="11216" y="4096"/>
                    <a:pt x="10632" y="2691"/>
                    <a:pt x="9573" y="1631"/>
                  </a:cubicBezTo>
                  <a:cubicBezTo>
                    <a:pt x="8525" y="572"/>
                    <a:pt x="7120" y="0"/>
                    <a:pt x="56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68;p73">
              <a:extLst>
                <a:ext uri="{FF2B5EF4-FFF2-40B4-BE49-F238E27FC236}">
                  <a16:creationId xmlns:a16="http://schemas.microsoft.com/office/drawing/2014/main" id="{B85F764F-B133-BA28-E36E-DE199D176DE8}"/>
                </a:ext>
              </a:extLst>
            </p:cNvPr>
            <p:cNvSpPr/>
            <p:nvPr/>
          </p:nvSpPr>
          <p:spPr>
            <a:xfrm>
              <a:off x="3183120" y="3921508"/>
              <a:ext cx="59414" cy="59382"/>
            </a:xfrm>
            <a:custGeom>
              <a:avLst/>
              <a:gdLst/>
              <a:ahLst/>
              <a:cxnLst/>
              <a:rect l="l" t="t" r="r" b="b"/>
              <a:pathLst>
                <a:path w="1871" h="1870" extrusionOk="0">
                  <a:moveTo>
                    <a:pt x="929" y="334"/>
                  </a:moveTo>
                  <a:cubicBezTo>
                    <a:pt x="1263" y="334"/>
                    <a:pt x="1549" y="608"/>
                    <a:pt x="1549" y="941"/>
                  </a:cubicBezTo>
                  <a:cubicBezTo>
                    <a:pt x="1549" y="1263"/>
                    <a:pt x="1263" y="1548"/>
                    <a:pt x="929" y="1548"/>
                  </a:cubicBezTo>
                  <a:cubicBezTo>
                    <a:pt x="608" y="1548"/>
                    <a:pt x="334" y="1287"/>
                    <a:pt x="334" y="941"/>
                  </a:cubicBezTo>
                  <a:cubicBezTo>
                    <a:pt x="334" y="596"/>
                    <a:pt x="608" y="334"/>
                    <a:pt x="929" y="334"/>
                  </a:cubicBezTo>
                  <a:close/>
                  <a:moveTo>
                    <a:pt x="929" y="1"/>
                  </a:moveTo>
                  <a:cubicBezTo>
                    <a:pt x="429" y="1"/>
                    <a:pt x="1" y="417"/>
                    <a:pt x="1" y="941"/>
                  </a:cubicBezTo>
                  <a:cubicBezTo>
                    <a:pt x="1" y="1453"/>
                    <a:pt x="417" y="1870"/>
                    <a:pt x="929" y="1870"/>
                  </a:cubicBezTo>
                  <a:cubicBezTo>
                    <a:pt x="1191" y="1870"/>
                    <a:pt x="1430" y="1775"/>
                    <a:pt x="1608" y="1596"/>
                  </a:cubicBezTo>
                  <a:cubicBezTo>
                    <a:pt x="1787" y="1417"/>
                    <a:pt x="1870" y="1179"/>
                    <a:pt x="1870" y="941"/>
                  </a:cubicBezTo>
                  <a:cubicBezTo>
                    <a:pt x="1870" y="679"/>
                    <a:pt x="1763" y="453"/>
                    <a:pt x="1584" y="263"/>
                  </a:cubicBezTo>
                  <a:cubicBezTo>
                    <a:pt x="1406" y="108"/>
                    <a:pt x="119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69;p73">
              <a:extLst>
                <a:ext uri="{FF2B5EF4-FFF2-40B4-BE49-F238E27FC236}">
                  <a16:creationId xmlns:a16="http://schemas.microsoft.com/office/drawing/2014/main" id="{CC61E1F6-C20E-B8F3-8910-FCBFC561F8EB}"/>
                </a:ext>
              </a:extLst>
            </p:cNvPr>
            <p:cNvSpPr/>
            <p:nvPr/>
          </p:nvSpPr>
          <p:spPr>
            <a:xfrm>
              <a:off x="3149110" y="3735868"/>
              <a:ext cx="141056" cy="174716"/>
            </a:xfrm>
            <a:custGeom>
              <a:avLst/>
              <a:gdLst/>
              <a:ahLst/>
              <a:cxnLst/>
              <a:rect l="l" t="t" r="r" b="b"/>
              <a:pathLst>
                <a:path w="4442" h="5502" extrusionOk="0">
                  <a:moveTo>
                    <a:pt x="2143" y="1"/>
                  </a:moveTo>
                  <a:cubicBezTo>
                    <a:pt x="1322" y="1"/>
                    <a:pt x="810" y="286"/>
                    <a:pt x="536" y="501"/>
                  </a:cubicBezTo>
                  <a:cubicBezTo>
                    <a:pt x="191" y="786"/>
                    <a:pt x="0" y="1156"/>
                    <a:pt x="0" y="1513"/>
                  </a:cubicBezTo>
                  <a:cubicBezTo>
                    <a:pt x="0" y="1739"/>
                    <a:pt x="84" y="1941"/>
                    <a:pt x="262" y="2084"/>
                  </a:cubicBezTo>
                  <a:cubicBezTo>
                    <a:pt x="393" y="2203"/>
                    <a:pt x="596" y="2263"/>
                    <a:pt x="774" y="2263"/>
                  </a:cubicBezTo>
                  <a:cubicBezTo>
                    <a:pt x="1084" y="2263"/>
                    <a:pt x="1227" y="2049"/>
                    <a:pt x="1334" y="1894"/>
                  </a:cubicBezTo>
                  <a:cubicBezTo>
                    <a:pt x="1465" y="1679"/>
                    <a:pt x="1596" y="1489"/>
                    <a:pt x="2108" y="1489"/>
                  </a:cubicBezTo>
                  <a:cubicBezTo>
                    <a:pt x="2286" y="1489"/>
                    <a:pt x="2858" y="1525"/>
                    <a:pt x="2858" y="2001"/>
                  </a:cubicBezTo>
                  <a:cubicBezTo>
                    <a:pt x="2858" y="2358"/>
                    <a:pt x="2512" y="2632"/>
                    <a:pt x="2227" y="2858"/>
                  </a:cubicBezTo>
                  <a:cubicBezTo>
                    <a:pt x="2155" y="2918"/>
                    <a:pt x="2072" y="2965"/>
                    <a:pt x="2024" y="3025"/>
                  </a:cubicBezTo>
                  <a:cubicBezTo>
                    <a:pt x="1679" y="3323"/>
                    <a:pt x="1286" y="3763"/>
                    <a:pt x="1286" y="4668"/>
                  </a:cubicBezTo>
                  <a:cubicBezTo>
                    <a:pt x="1286" y="5180"/>
                    <a:pt x="1405" y="5501"/>
                    <a:pt x="2000" y="5501"/>
                  </a:cubicBezTo>
                  <a:cubicBezTo>
                    <a:pt x="2274" y="5501"/>
                    <a:pt x="2465" y="5442"/>
                    <a:pt x="2596" y="5323"/>
                  </a:cubicBezTo>
                  <a:cubicBezTo>
                    <a:pt x="2703" y="5216"/>
                    <a:pt x="2762" y="5085"/>
                    <a:pt x="2762" y="4918"/>
                  </a:cubicBezTo>
                  <a:cubicBezTo>
                    <a:pt x="2762" y="4430"/>
                    <a:pt x="2762" y="4192"/>
                    <a:pt x="3263" y="3787"/>
                  </a:cubicBezTo>
                  <a:lnTo>
                    <a:pt x="3286" y="3787"/>
                  </a:lnTo>
                  <a:cubicBezTo>
                    <a:pt x="3298" y="3775"/>
                    <a:pt x="3322" y="3763"/>
                    <a:pt x="3358" y="3727"/>
                  </a:cubicBezTo>
                  <a:cubicBezTo>
                    <a:pt x="3429" y="3680"/>
                    <a:pt x="3453" y="3573"/>
                    <a:pt x="3393" y="3489"/>
                  </a:cubicBezTo>
                  <a:cubicBezTo>
                    <a:pt x="3360" y="3449"/>
                    <a:pt x="3311" y="3427"/>
                    <a:pt x="3261" y="3427"/>
                  </a:cubicBezTo>
                  <a:cubicBezTo>
                    <a:pt x="3224" y="3427"/>
                    <a:pt x="3186" y="3440"/>
                    <a:pt x="3155" y="3465"/>
                  </a:cubicBezTo>
                  <a:cubicBezTo>
                    <a:pt x="3120" y="3477"/>
                    <a:pt x="3108" y="3513"/>
                    <a:pt x="3072" y="3525"/>
                  </a:cubicBezTo>
                  <a:lnTo>
                    <a:pt x="3060" y="3525"/>
                  </a:lnTo>
                  <a:cubicBezTo>
                    <a:pt x="2465" y="3989"/>
                    <a:pt x="2429" y="4346"/>
                    <a:pt x="2429" y="4906"/>
                  </a:cubicBezTo>
                  <a:cubicBezTo>
                    <a:pt x="2429" y="4977"/>
                    <a:pt x="2429" y="5156"/>
                    <a:pt x="2000" y="5156"/>
                  </a:cubicBezTo>
                  <a:cubicBezTo>
                    <a:pt x="1798" y="5156"/>
                    <a:pt x="1739" y="5120"/>
                    <a:pt x="1703" y="5085"/>
                  </a:cubicBezTo>
                  <a:cubicBezTo>
                    <a:pt x="1643" y="5025"/>
                    <a:pt x="1619" y="4882"/>
                    <a:pt x="1619" y="4656"/>
                  </a:cubicBezTo>
                  <a:cubicBezTo>
                    <a:pt x="1619" y="3882"/>
                    <a:pt x="1929" y="3513"/>
                    <a:pt x="2227" y="3251"/>
                  </a:cubicBezTo>
                  <a:cubicBezTo>
                    <a:pt x="2286" y="3215"/>
                    <a:pt x="2346" y="3156"/>
                    <a:pt x="2417" y="3108"/>
                  </a:cubicBezTo>
                  <a:cubicBezTo>
                    <a:pt x="2762" y="2858"/>
                    <a:pt x="3179" y="2525"/>
                    <a:pt x="3179" y="1989"/>
                  </a:cubicBezTo>
                  <a:cubicBezTo>
                    <a:pt x="3179" y="1465"/>
                    <a:pt x="2762" y="1144"/>
                    <a:pt x="2108" y="1144"/>
                  </a:cubicBezTo>
                  <a:cubicBezTo>
                    <a:pt x="1417" y="1144"/>
                    <a:pt x="1215" y="1453"/>
                    <a:pt x="1048" y="1691"/>
                  </a:cubicBezTo>
                  <a:cubicBezTo>
                    <a:pt x="941" y="1858"/>
                    <a:pt x="881" y="1918"/>
                    <a:pt x="750" y="1918"/>
                  </a:cubicBezTo>
                  <a:cubicBezTo>
                    <a:pt x="572" y="1918"/>
                    <a:pt x="322" y="1810"/>
                    <a:pt x="322" y="1513"/>
                  </a:cubicBezTo>
                  <a:cubicBezTo>
                    <a:pt x="322" y="1322"/>
                    <a:pt x="429" y="1025"/>
                    <a:pt x="738" y="775"/>
                  </a:cubicBezTo>
                  <a:cubicBezTo>
                    <a:pt x="977" y="572"/>
                    <a:pt x="1405" y="334"/>
                    <a:pt x="2131" y="334"/>
                  </a:cubicBezTo>
                  <a:cubicBezTo>
                    <a:pt x="3298" y="334"/>
                    <a:pt x="4120" y="953"/>
                    <a:pt x="4120" y="1822"/>
                  </a:cubicBezTo>
                  <a:cubicBezTo>
                    <a:pt x="4120" y="2227"/>
                    <a:pt x="3941" y="2644"/>
                    <a:pt x="3596" y="3037"/>
                  </a:cubicBezTo>
                  <a:cubicBezTo>
                    <a:pt x="3524" y="3096"/>
                    <a:pt x="3536" y="3203"/>
                    <a:pt x="3596" y="3263"/>
                  </a:cubicBezTo>
                  <a:cubicBezTo>
                    <a:pt x="3629" y="3290"/>
                    <a:pt x="3669" y="3305"/>
                    <a:pt x="3709" y="3305"/>
                  </a:cubicBezTo>
                  <a:cubicBezTo>
                    <a:pt x="3755" y="3305"/>
                    <a:pt x="3802" y="3284"/>
                    <a:pt x="3834" y="3239"/>
                  </a:cubicBezTo>
                  <a:cubicBezTo>
                    <a:pt x="4239" y="2787"/>
                    <a:pt x="4441" y="2310"/>
                    <a:pt x="4441" y="1810"/>
                  </a:cubicBezTo>
                  <a:cubicBezTo>
                    <a:pt x="4441" y="1287"/>
                    <a:pt x="4203" y="834"/>
                    <a:pt x="3786" y="501"/>
                  </a:cubicBezTo>
                  <a:cubicBezTo>
                    <a:pt x="3370" y="179"/>
                    <a:pt x="2798" y="1"/>
                    <a:pt x="21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/>
              <a:t>Data Overview &amp; Preparation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F2D70-E008-04BF-2F83-2C504CC45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72" y="1288142"/>
            <a:ext cx="7704000" cy="3044666"/>
          </a:xfrm>
        </p:spPr>
        <p:txBody>
          <a:bodyPr/>
          <a:lstStyle/>
          <a:p>
            <a:endParaRPr lang="en-US" sz="1800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AC3D9-EEF5-02A9-23F4-32DC15E0FD92}"/>
              </a:ext>
            </a:extLst>
          </p:cNvPr>
          <p:cNvSpPr txBox="1"/>
          <p:nvPr/>
        </p:nvSpPr>
        <p:spPr>
          <a:xfrm>
            <a:off x="327158" y="1342029"/>
            <a:ext cx="375638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chivo"/>
              </a:rPr>
              <a:t>Dataset Snapshot</a:t>
            </a:r>
            <a:endParaRPr lang="en-US">
              <a:latin typeface="Archivo"/>
            </a:endParaRPr>
          </a:p>
          <a:p>
            <a:endParaRPr lang="en-US">
              <a:latin typeface="Archivo"/>
            </a:endParaRPr>
          </a:p>
          <a:p>
            <a:pPr marL="171450" indent="-171450">
              <a:buChar char="•"/>
            </a:pPr>
            <a:r>
              <a:rPr lang="en-US">
                <a:latin typeface="Archivo"/>
                <a:ea typeface="Segoe UI Emoji"/>
              </a:rPr>
              <a:t>        </a:t>
            </a:r>
            <a:r>
              <a:rPr lang="en-US">
                <a:latin typeface="Archivo"/>
                <a:ea typeface="Calibri"/>
                <a:cs typeface="Calibri"/>
              </a:rPr>
              <a:t> ~47K records, 87 features</a:t>
            </a:r>
            <a:endParaRPr lang="en-US">
              <a:latin typeface="Archivo"/>
            </a:endParaRPr>
          </a:p>
          <a:p>
            <a:pPr marL="171450" indent="-171450" algn="l">
              <a:buChar char="•"/>
            </a:pPr>
            <a:endParaRPr lang="en-US">
              <a:latin typeface="Archivo"/>
              <a:ea typeface="Calibri"/>
              <a:cs typeface="Calibri"/>
            </a:endParaRPr>
          </a:p>
          <a:p>
            <a:pPr marL="171450" indent="-1714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   Cleaned, validated , no duplicates or missing values</a:t>
            </a:r>
          </a:p>
          <a:p>
            <a:pPr marL="171450" indent="-171450">
              <a:buChar char="•"/>
            </a:pPr>
            <a:endParaRPr lang="en-US">
              <a:latin typeface="Archivo"/>
              <a:ea typeface="Calibri"/>
              <a:cs typeface="Calibri"/>
            </a:endParaRPr>
          </a:p>
          <a:p>
            <a:pPr marL="171450" indent="-1714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 Fields standardized for modeling</a:t>
            </a:r>
          </a:p>
          <a:p>
            <a:pPr marL="171450" indent="-171450">
              <a:buChar char="•"/>
            </a:pPr>
            <a:endParaRPr lang="en-US">
              <a:latin typeface="Archivo"/>
              <a:ea typeface="Calibri"/>
              <a:cs typeface="Calibri"/>
            </a:endParaRPr>
          </a:p>
          <a:p>
            <a:pPr marL="171450" indent="-171450">
              <a:buChar char="•"/>
            </a:pPr>
            <a:r>
              <a:rPr lang="en-US">
                <a:ea typeface="Calibri"/>
              </a:rPr>
              <a:t>      Loans, deposits, and account activity verified for internal consistency</a:t>
            </a:r>
            <a:endParaRPr lang="en-US">
              <a:latin typeface="Archivo"/>
              <a:ea typeface="Calibri"/>
              <a:cs typeface="Calibri"/>
            </a:endParaRPr>
          </a:p>
          <a:p>
            <a:endParaRPr lang="en-US">
              <a:latin typeface="Archiv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9F760-8D22-D5AD-CDB5-C7193E1A4A27}"/>
              </a:ext>
            </a:extLst>
          </p:cNvPr>
          <p:cNvSpPr txBox="1"/>
          <p:nvPr/>
        </p:nvSpPr>
        <p:spPr>
          <a:xfrm>
            <a:off x="4847233" y="1346059"/>
            <a:ext cx="3960970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chivo"/>
              </a:rPr>
              <a:t>Key Enhancements</a:t>
            </a:r>
          </a:p>
          <a:p>
            <a:endParaRPr lang="en-US" b="1">
              <a:latin typeface="Archivo"/>
            </a:endParaRPr>
          </a:p>
          <a:p>
            <a:pPr marL="285750" indent="-2857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 Age handled separately for consumer vs. business</a:t>
            </a:r>
          </a:p>
          <a:p>
            <a:pPr marL="285750" indent="-285750">
              <a:buChar char="•"/>
            </a:pPr>
            <a:endParaRPr lang="en-US">
              <a:latin typeface="Archivo"/>
            </a:endParaRPr>
          </a:p>
          <a:p>
            <a:pPr marL="285750" indent="-2857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~57% identified as non-digital customers</a:t>
            </a:r>
          </a:p>
          <a:p>
            <a:pPr marL="285750" indent="-285750">
              <a:buChar char="•"/>
            </a:pPr>
            <a:endParaRPr lang="en-US">
              <a:latin typeface="Archivo"/>
            </a:endParaRPr>
          </a:p>
          <a:p>
            <a:pPr marL="285750" indent="-2857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Missing balances resolved → revealed activity patterns</a:t>
            </a:r>
          </a:p>
          <a:p>
            <a:pPr marL="285750" indent="-285750">
              <a:buChar char="•"/>
            </a:pPr>
            <a:endParaRPr lang="en-US">
              <a:latin typeface="Archivo"/>
            </a:endParaRPr>
          </a:p>
          <a:p>
            <a:pPr marL="285750" indent="-285750">
              <a:buChar char="•"/>
            </a:pPr>
            <a:r>
              <a:rPr lang="en-US">
                <a:latin typeface="Archivo"/>
                <a:ea typeface="Segoe UI Emoji"/>
              </a:rPr>
              <a:t> ️    </a:t>
            </a:r>
            <a:r>
              <a:rPr lang="en-US">
                <a:latin typeface="Archivo"/>
                <a:ea typeface="Calibri"/>
                <a:cs typeface="Calibri"/>
              </a:rPr>
              <a:t> Strong class imbalance (~1.5% churn)</a:t>
            </a:r>
          </a:p>
          <a:p>
            <a:endParaRPr lang="en-US" b="1">
              <a:latin typeface="Archivo"/>
            </a:endParaRPr>
          </a:p>
          <a:p>
            <a:pPr algn="l"/>
            <a:endParaRPr lang="en-US">
              <a:latin typeface="Archiv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7A3D0A-C0AF-B3C2-24E8-725FAB1DE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0718" y="1807075"/>
            <a:ext cx="275885" cy="277062"/>
          </a:xfrm>
          <a:prstGeom prst="rect">
            <a:avLst/>
          </a:prstGeom>
        </p:spPr>
      </p:pic>
      <p:pic>
        <p:nvPicPr>
          <p:cNvPr id="10" name="Picture 9" descr="A hand with a thumb up&#10;&#10;AI-generated content may be incorrect.">
            <a:extLst>
              <a:ext uri="{FF2B5EF4-FFF2-40B4-BE49-F238E27FC236}">
                <a16:creationId xmlns:a16="http://schemas.microsoft.com/office/drawing/2014/main" id="{3B9A69D1-D562-46A7-A1E5-3942428F9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 flipH="1" flipV="1">
            <a:off x="562824" y="2165176"/>
            <a:ext cx="276015" cy="281105"/>
          </a:xfrm>
          <a:prstGeom prst="rect">
            <a:avLst/>
          </a:prstGeom>
        </p:spPr>
      </p:pic>
      <p:pic>
        <p:nvPicPr>
          <p:cNvPr id="15" name="Picture 14" descr="A blue circle with a arrow in the center&#10;&#10;AI-generated content may be incorrect.">
            <a:extLst>
              <a:ext uri="{FF2B5EF4-FFF2-40B4-BE49-F238E27FC236}">
                <a16:creationId xmlns:a16="http://schemas.microsoft.com/office/drawing/2014/main" id="{1638ACD1-E29E-73AC-7589-97759A08E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300000" flipV="1">
            <a:off x="539338" y="2760493"/>
            <a:ext cx="276019" cy="280448"/>
          </a:xfrm>
          <a:prstGeom prst="rect">
            <a:avLst/>
          </a:prstGeom>
        </p:spPr>
      </p:pic>
      <p:pic>
        <p:nvPicPr>
          <p:cNvPr id="16" name="Picture 15" descr="A graph and gear with a black background&#10;&#10;AI-generated content may be incorrect.">
            <a:extLst>
              <a:ext uri="{FF2B5EF4-FFF2-40B4-BE49-F238E27FC236}">
                <a16:creationId xmlns:a16="http://schemas.microsoft.com/office/drawing/2014/main" id="{1B442989-094A-38AF-7FE9-4A54F0693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 flipH="1" flipV="1">
            <a:off x="521266" y="3248613"/>
            <a:ext cx="280843" cy="274971"/>
          </a:xfrm>
          <a:prstGeom prst="rect">
            <a:avLst/>
          </a:prstGeom>
        </p:spPr>
      </p:pic>
      <p:pic>
        <p:nvPicPr>
          <p:cNvPr id="17" name="Picture 16" descr="A line art of two men&#10;&#10;AI-generated content may be incorrect.">
            <a:extLst>
              <a:ext uri="{FF2B5EF4-FFF2-40B4-BE49-F238E27FC236}">
                <a16:creationId xmlns:a16="http://schemas.microsoft.com/office/drawing/2014/main" id="{29E86A28-8DCA-0F2D-06C8-224D85E7E1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0800000" flipV="1">
            <a:off x="5086807" y="1743795"/>
            <a:ext cx="278105" cy="278363"/>
          </a:xfrm>
          <a:prstGeom prst="rect">
            <a:avLst/>
          </a:prstGeom>
        </p:spPr>
      </p:pic>
      <p:pic>
        <p:nvPicPr>
          <p:cNvPr id="18" name="Picture 17" descr="A person with a paper&#10;&#10;AI-generated content may be incorrect.">
            <a:extLst>
              <a:ext uri="{FF2B5EF4-FFF2-40B4-BE49-F238E27FC236}">
                <a16:creationId xmlns:a16="http://schemas.microsoft.com/office/drawing/2014/main" id="{5B055B5F-CA37-E4D8-A9EB-D3A7CFAE47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5087852" y="2322077"/>
            <a:ext cx="276015" cy="2804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DC4CE8E-FF17-4E53-8FBA-FFC666CD72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5071542" y="2792456"/>
            <a:ext cx="277320" cy="279148"/>
          </a:xfrm>
          <a:prstGeom prst="rect">
            <a:avLst/>
          </a:prstGeom>
        </p:spPr>
      </p:pic>
      <p:pic>
        <p:nvPicPr>
          <p:cNvPr id="20" name="Picture 19" descr="A line art of hourglasses&#10;&#10;AI-generated content may be incorrect.">
            <a:extLst>
              <a:ext uri="{FF2B5EF4-FFF2-40B4-BE49-F238E27FC236}">
                <a16:creationId xmlns:a16="http://schemas.microsoft.com/office/drawing/2014/main" id="{DC075DE2-351D-A6B7-5F28-2B72875258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260000" flipH="1">
            <a:off x="5054514" y="3396315"/>
            <a:ext cx="280060" cy="2770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4">
          <a:extLst>
            <a:ext uri="{FF2B5EF4-FFF2-40B4-BE49-F238E27FC236}">
              <a16:creationId xmlns:a16="http://schemas.microsoft.com/office/drawing/2014/main" id="{E78F3793-D460-7BC2-435B-11CEBB203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number of blue rectangular bars&#10;&#10;AI-generated content may be incorrect.">
            <a:extLst>
              <a:ext uri="{FF2B5EF4-FFF2-40B4-BE49-F238E27FC236}">
                <a16:creationId xmlns:a16="http://schemas.microsoft.com/office/drawing/2014/main" id="{DB8BBAC1-6816-17A1-C0DD-85EBC7886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6" y="362679"/>
            <a:ext cx="3129978" cy="228618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A91EDB-5CE1-E03D-3449-7F107167A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071" y="362680"/>
            <a:ext cx="3257549" cy="2285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B4AC7B-7809-1AD4-E40D-47754F0E1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8" y="2793294"/>
            <a:ext cx="3141353" cy="22444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82FE50-066F-9D91-6426-5629E9F4D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4072" y="2793295"/>
            <a:ext cx="3253881" cy="2241508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A1C5AB1-E171-BD19-DAFC-48F168242B89}"/>
              </a:ext>
            </a:extLst>
          </p:cNvPr>
          <p:cNvSpPr/>
          <p:nvPr/>
        </p:nvSpPr>
        <p:spPr>
          <a:xfrm>
            <a:off x="3372701" y="1505771"/>
            <a:ext cx="2331363" cy="99333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5B7615BF-5525-2F8A-4F36-4DB17266A096}"/>
              </a:ext>
            </a:extLst>
          </p:cNvPr>
          <p:cNvSpPr/>
          <p:nvPr/>
        </p:nvSpPr>
        <p:spPr>
          <a:xfrm>
            <a:off x="3372759" y="531362"/>
            <a:ext cx="2331400" cy="974428"/>
          </a:xfrm>
          <a:prstGeom prst="leftArrow">
            <a:avLst/>
          </a:prstGeom>
          <a:solidFill>
            <a:srgbClr val="0070C0"/>
          </a:solidFill>
          <a:effectLst>
            <a:outerShdw blurRad="63500" dist="38100" dir="2700000">
              <a:srgbClr val="353552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5A460FD-5CA7-A8F3-48DF-8FF26AE7A418}"/>
              </a:ext>
            </a:extLst>
          </p:cNvPr>
          <p:cNvSpPr/>
          <p:nvPr/>
        </p:nvSpPr>
        <p:spPr>
          <a:xfrm>
            <a:off x="3313870" y="3892623"/>
            <a:ext cx="2331363" cy="99333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9C70DEC2-7803-8A77-BBCF-DAD60436D6F3}"/>
              </a:ext>
            </a:extLst>
          </p:cNvPr>
          <p:cNvSpPr/>
          <p:nvPr/>
        </p:nvSpPr>
        <p:spPr>
          <a:xfrm>
            <a:off x="3313928" y="2985449"/>
            <a:ext cx="2331400" cy="97442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E99B2B-95F4-4299-17C0-34CCE4D3B617}"/>
              </a:ext>
            </a:extLst>
          </p:cNvPr>
          <p:cNvSpPr txBox="1"/>
          <p:nvPr/>
        </p:nvSpPr>
        <p:spPr>
          <a:xfrm>
            <a:off x="3805326" y="761743"/>
            <a:ext cx="231381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chivo"/>
                <a:ea typeface="Calibri"/>
                <a:cs typeface="Calibri"/>
              </a:rPr>
              <a:t>Silent Gen. shows the highest churn (~3.1%)</a:t>
            </a:r>
            <a:endParaRPr lang="en-US">
              <a:latin typeface="Archiv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61E85A-50B4-D23C-6AC6-0A260135FD59}"/>
              </a:ext>
            </a:extLst>
          </p:cNvPr>
          <p:cNvSpPr txBox="1"/>
          <p:nvPr/>
        </p:nvSpPr>
        <p:spPr>
          <a:xfrm>
            <a:off x="3368423" y="1753802"/>
            <a:ext cx="2096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chivo"/>
                <a:ea typeface="Calibri"/>
                <a:cs typeface="Calibri"/>
              </a:rPr>
              <a:t>Business churn higher (1.98% vs 1.4%)</a:t>
            </a:r>
            <a:endParaRPr lang="en-US">
              <a:latin typeface="Archiv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FED0C7-D443-B810-1523-8248F20E9BCC}"/>
              </a:ext>
            </a:extLst>
          </p:cNvPr>
          <p:cNvSpPr txBox="1"/>
          <p:nvPr/>
        </p:nvSpPr>
        <p:spPr>
          <a:xfrm>
            <a:off x="3763466" y="3205380"/>
            <a:ext cx="202967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chivo"/>
                <a:ea typeface="Calibri"/>
              </a:rPr>
              <a:t>Heavy overdrafts drive churn (~4%</a:t>
            </a:r>
            <a:r>
              <a:rPr lang="en-US">
                <a:solidFill>
                  <a:schemeClr val="bg1"/>
                </a:solidFill>
                <a:ea typeface="Calibri"/>
              </a:rPr>
              <a:t>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CD7C5B-A712-D10D-AC7D-64F3F26AF05B}"/>
              </a:ext>
            </a:extLst>
          </p:cNvPr>
          <p:cNvSpPr txBox="1"/>
          <p:nvPr/>
        </p:nvSpPr>
        <p:spPr>
          <a:xfrm>
            <a:off x="3310575" y="4133226"/>
            <a:ext cx="200507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chivo"/>
                <a:ea typeface="Calibri"/>
                <a:cs typeface="Archivo"/>
              </a:rPr>
              <a:t>Non-OLB users churn higher (1.79%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6AABD-BE47-5C57-4944-443E586FC06C}"/>
              </a:ext>
            </a:extLst>
          </p:cNvPr>
          <p:cNvSpPr txBox="1"/>
          <p:nvPr/>
        </p:nvSpPr>
        <p:spPr>
          <a:xfrm>
            <a:off x="-1700" y="4134"/>
            <a:ext cx="19531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C00000"/>
                </a:solidFill>
                <a:latin typeface="Archivo"/>
                <a:ea typeface="Calibri"/>
                <a:cs typeface="Calibri"/>
              </a:rPr>
              <a:t>Key Findings</a:t>
            </a:r>
            <a:endParaRPr lang="en-US">
              <a:latin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319770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37"/>
          <p:cNvSpPr txBox="1">
            <a:spLocks noGrp="1"/>
          </p:cNvSpPr>
          <p:nvPr>
            <p:ph type="title"/>
          </p:nvPr>
        </p:nvSpPr>
        <p:spPr>
          <a:xfrm>
            <a:off x="713225" y="126721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2800"/>
              <a:t>Hypotheses Testing and Findings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80B2D2-8C18-D3F6-3C5F-C25D67F62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961176"/>
              </p:ext>
            </p:extLst>
          </p:nvPr>
        </p:nvGraphicFramePr>
        <p:xfrm>
          <a:off x="817462" y="752354"/>
          <a:ext cx="7907988" cy="420528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850377">
                  <a:extLst>
                    <a:ext uri="{9D8B030D-6E8A-4147-A177-3AD203B41FA5}">
                      <a16:colId xmlns:a16="http://schemas.microsoft.com/office/drawing/2014/main" val="1090131868"/>
                    </a:ext>
                  </a:extLst>
                </a:gridCol>
                <a:gridCol w="2268233">
                  <a:extLst>
                    <a:ext uri="{9D8B030D-6E8A-4147-A177-3AD203B41FA5}">
                      <a16:colId xmlns:a16="http://schemas.microsoft.com/office/drawing/2014/main" val="3753452245"/>
                    </a:ext>
                  </a:extLst>
                </a:gridCol>
                <a:gridCol w="2789378">
                  <a:extLst>
                    <a:ext uri="{9D8B030D-6E8A-4147-A177-3AD203B41FA5}">
                      <a16:colId xmlns:a16="http://schemas.microsoft.com/office/drawing/2014/main" val="2370342685"/>
                    </a:ext>
                  </a:extLst>
                </a:gridCol>
              </a:tblGrid>
              <a:tr h="367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Hypothesis</a:t>
                      </a:r>
                    </a:p>
                  </a:txBody>
                  <a:tcPr marL="65288" marR="65288" marT="32644" marB="32644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Key Results</a:t>
                      </a:r>
                    </a:p>
                  </a:txBody>
                  <a:tcPr marL="65288" marR="65288" marT="32644" marB="32644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Inference</a:t>
                      </a:r>
                    </a:p>
                  </a:txBody>
                  <a:tcPr marL="65288" marR="65288" marT="32644" marB="32644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651524"/>
                  </a:ext>
                </a:extLst>
              </a:tr>
              <a:tr h="1112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H₁: </a:t>
                      </a:r>
                      <a:r>
                        <a:rPr lang="en-US" sz="1300" b="0" u="none" strike="noStrike" noProof="0">
                          <a:solidFill>
                            <a:srgbClr val="000000"/>
                          </a:solidFill>
                        </a:rPr>
                        <a:t>Customers with low average balances and high overdraft or fee charges are more likely to churn.</a:t>
                      </a:r>
                    </a:p>
                    <a:p>
                      <a:pPr lvl="0">
                        <a:buNone/>
                      </a:pPr>
                      <a:endParaRPr lang="en-US" sz="1300" b="0"/>
                    </a:p>
                  </a:txBody>
                  <a:tcPr marL="65288" marR="65288" marT="32644" marB="326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Balance: OR=0.018, p&lt;0.001 → significant</a:t>
                      </a:r>
                      <a:br>
                        <a:rPr lang="en-US" sz="1300" b="0"/>
                      </a:br>
                      <a:r>
                        <a:rPr lang="en-US" sz="1300" b="0"/>
                        <a:t>Fees: OR=1.005, p=0.872 → not significant</a:t>
                      </a:r>
                    </a:p>
                  </a:txBody>
                  <a:tcPr marL="65288" marR="65288" marT="32644" marB="326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Customers with low balances are far more likely to churn; fees have no measurable effect.</a:t>
                      </a:r>
                    </a:p>
                  </a:txBody>
                  <a:tcPr marL="65288" marR="65288" marT="32644" marB="32644" anchor="ctr"/>
                </a:tc>
                <a:extLst>
                  <a:ext uri="{0D108BD9-81ED-4DB2-BD59-A6C34878D82A}">
                    <a16:rowId xmlns:a16="http://schemas.microsoft.com/office/drawing/2014/main" val="3660741194"/>
                  </a:ext>
                </a:extLst>
              </a:tr>
              <a:tr h="803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H₂: </a:t>
                      </a:r>
                      <a:r>
                        <a:rPr lang="en-US" sz="1300" b="0" u="none" strike="noStrike" noProof="0">
                          <a:solidFill>
                            <a:srgbClr val="000000"/>
                          </a:solidFill>
                        </a:rPr>
                        <a:t>Customers inactive in online/mobile banking are more likely to churn.</a:t>
                      </a:r>
                    </a:p>
                    <a:p>
                      <a:pPr lvl="0">
                        <a:buNone/>
                      </a:pPr>
                      <a:endParaRPr lang="en-US" sz="1300" b="0"/>
                    </a:p>
                  </a:txBody>
                  <a:tcPr marL="65288" marR="65288" marT="32644" marB="326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OR=1.535, 95% CI [1.31, 1.79], p&lt;0.001</a:t>
                      </a:r>
                    </a:p>
                  </a:txBody>
                  <a:tcPr marL="65288" marR="65288" marT="32644" marB="326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Inactive OLB users churn 1.79% vs 1.17% active → significant.</a:t>
                      </a:r>
                    </a:p>
                  </a:txBody>
                  <a:tcPr marL="65288" marR="65288" marT="32644" marB="32644" anchor="ctr"/>
                </a:tc>
                <a:extLst>
                  <a:ext uri="{0D108BD9-81ED-4DB2-BD59-A6C34878D82A}">
                    <a16:rowId xmlns:a16="http://schemas.microsoft.com/office/drawing/2014/main" val="2745762979"/>
                  </a:ext>
                </a:extLst>
              </a:tr>
              <a:tr h="861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H₃: </a:t>
                      </a:r>
                      <a:r>
                        <a:rPr lang="en-US" sz="1300" b="0" u="none" strike="noStrike" noProof="0">
                          <a:solidFill>
                            <a:srgbClr val="000000"/>
                          </a:solidFill>
                        </a:rPr>
                        <a:t>Younger generations exhibit different churn patterns than older cohorts.</a:t>
                      </a:r>
                    </a:p>
                    <a:p>
                      <a:pPr lvl="0">
                        <a:buNone/>
                      </a:pPr>
                      <a:endParaRPr lang="en-US" sz="1300" b="0"/>
                    </a:p>
                  </a:txBody>
                  <a:tcPr marL="65288" marR="65288" marT="32644" marB="326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300" b="0"/>
                        <a:t>χ²=90.2 (</a:t>
                      </a:r>
                      <a:r>
                        <a:rPr lang="en-US" sz="1300" b="0" err="1"/>
                        <a:t>df</a:t>
                      </a:r>
                      <a:r>
                        <a:rPr lang="en-US" sz="1300" b="0"/>
                        <a:t>=6), p&lt;0.001, V=0.044</a:t>
                      </a:r>
                    </a:p>
                  </a:txBody>
                  <a:tcPr marL="65288" marR="65288" marT="32644" marB="326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Churn varies significantly by age; Silent Gen (3.1%) highest, Gen Alpha (0.7%) lowest.</a:t>
                      </a:r>
                    </a:p>
                  </a:txBody>
                  <a:tcPr marL="65288" marR="65288" marT="32644" marB="32644" anchor="ctr"/>
                </a:tc>
                <a:extLst>
                  <a:ext uri="{0D108BD9-81ED-4DB2-BD59-A6C34878D82A}">
                    <a16:rowId xmlns:a16="http://schemas.microsoft.com/office/drawing/2014/main" val="1943628996"/>
                  </a:ext>
                </a:extLst>
              </a:tr>
              <a:tr h="1006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H₄: </a:t>
                      </a:r>
                      <a:r>
                        <a:rPr lang="en-US" sz="1300" b="0" u="none" strike="noStrike" noProof="0">
                          <a:solidFill>
                            <a:srgbClr val="000000"/>
                          </a:solidFill>
                        </a:rPr>
                        <a:t>Customers with fewer product holdings (loans, debit cards, savings) are more likely to churn.</a:t>
                      </a:r>
                    </a:p>
                    <a:p>
                      <a:pPr lvl="0">
                        <a:buNone/>
                      </a:pPr>
                      <a:endParaRPr lang="en-US" sz="1300" b="0"/>
                    </a:p>
                  </a:txBody>
                  <a:tcPr marL="65288" marR="65288" marT="32644" marB="326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OR=0.547 [0.49,0.61], p&lt;0.001</a:t>
                      </a:r>
                    </a:p>
                  </a:txBody>
                  <a:tcPr marL="65288" marR="65288" marT="32644" marB="326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/>
                        <a:t>Each extra product reduces churn odds by ~45%; customers with 4–6 products churn only 0.35%.</a:t>
                      </a:r>
                    </a:p>
                  </a:txBody>
                  <a:tcPr marL="65288" marR="65288" marT="32644" marB="32644" anchor="ctr"/>
                </a:tc>
                <a:extLst>
                  <a:ext uri="{0D108BD9-81ED-4DB2-BD59-A6C34878D82A}">
                    <a16:rowId xmlns:a16="http://schemas.microsoft.com/office/drawing/2014/main" val="23143619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>
          <a:extLst>
            <a:ext uri="{FF2B5EF4-FFF2-40B4-BE49-F238E27FC236}">
              <a16:creationId xmlns:a16="http://schemas.microsoft.com/office/drawing/2014/main" id="{235128D2-1214-586F-B539-C05FAB71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37">
            <a:extLst>
              <a:ext uri="{FF2B5EF4-FFF2-40B4-BE49-F238E27FC236}">
                <a16:creationId xmlns:a16="http://schemas.microsoft.com/office/drawing/2014/main" id="{766B4379-B593-46CE-0333-8AFBC7DB1B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-2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Model Development - Logistics Regression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CC544-5A44-085D-76C6-9C25E13B75E2}"/>
              </a:ext>
            </a:extLst>
          </p:cNvPr>
          <p:cNvSpPr txBox="1"/>
          <p:nvPr/>
        </p:nvSpPr>
        <p:spPr>
          <a:xfrm>
            <a:off x="289309" y="1010297"/>
            <a:ext cx="224215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Feature Selection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8BFDC4-5B9E-A713-F014-CEFB487F06EC}"/>
              </a:ext>
            </a:extLst>
          </p:cNvPr>
          <p:cNvSpPr/>
          <p:nvPr/>
        </p:nvSpPr>
        <p:spPr>
          <a:xfrm>
            <a:off x="203952" y="1425117"/>
            <a:ext cx="4487255" cy="67869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95460F-0206-989D-AF22-216EEF3599B9}"/>
              </a:ext>
            </a:extLst>
          </p:cNvPr>
          <p:cNvSpPr txBox="1"/>
          <p:nvPr/>
        </p:nvSpPr>
        <p:spPr>
          <a:xfrm>
            <a:off x="606656" y="1605577"/>
            <a:ext cx="333715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127 features – Initial encoded dataset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877396-AC71-B4D2-0650-C79389452307}"/>
              </a:ext>
            </a:extLst>
          </p:cNvPr>
          <p:cNvSpPr/>
          <p:nvPr/>
        </p:nvSpPr>
        <p:spPr>
          <a:xfrm>
            <a:off x="203951" y="2300452"/>
            <a:ext cx="4168952" cy="6859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/>
              </a:rPr>
              <a:t>96 features</a:t>
            </a:r>
            <a:r>
              <a:rPr lang="en-US" sz="1400" b="1" baseline="0">
                <a:solidFill>
                  <a:srgbClr val="002060"/>
                </a:solidFill>
                <a:latin typeface="Arial"/>
              </a:rPr>
              <a:t> – </a:t>
            </a:r>
            <a:r>
              <a:rPr lang="en-US" b="1">
                <a:solidFill>
                  <a:srgbClr val="002060"/>
                </a:solidFill>
                <a:latin typeface="Arial"/>
                <a:cs typeface="Arial"/>
              </a:rPr>
              <a:t>Lasso Selected</a:t>
            </a:r>
            <a:r>
              <a:rPr lang="en-US" sz="14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​</a:t>
            </a:r>
            <a:endParaRPr lang="en-US" b="1">
              <a:solidFill>
                <a:srgbClr val="002060"/>
              </a:solidFill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323359-7C4F-43BF-E8ED-0BC90F3C1435}"/>
              </a:ext>
            </a:extLst>
          </p:cNvPr>
          <p:cNvSpPr/>
          <p:nvPr/>
        </p:nvSpPr>
        <p:spPr>
          <a:xfrm>
            <a:off x="203362" y="3096210"/>
            <a:ext cx="3740621" cy="57194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F5F5F5"/>
                </a:solidFill>
                <a:latin typeface="Arial"/>
              </a:rPr>
              <a:t>86 features</a:t>
            </a:r>
            <a:r>
              <a:rPr lang="en-US" sz="1400" b="1" baseline="0">
                <a:solidFill>
                  <a:srgbClr val="F5F5F5"/>
                </a:solidFill>
                <a:latin typeface="Arial"/>
              </a:rPr>
              <a:t> – </a:t>
            </a:r>
            <a:r>
              <a:rPr lang="en-US" b="1">
                <a:latin typeface="Arial"/>
                <a:cs typeface="Arial"/>
              </a:rPr>
              <a:t>One-SE Pruned</a:t>
            </a:r>
            <a:endParaRPr lang="en-US" b="1"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77455-0B82-F7A3-9AE2-565DEED37341}"/>
              </a:ext>
            </a:extLst>
          </p:cNvPr>
          <p:cNvSpPr/>
          <p:nvPr/>
        </p:nvSpPr>
        <p:spPr>
          <a:xfrm>
            <a:off x="203950" y="3821378"/>
            <a:ext cx="3062124" cy="67146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/>
              </a:rPr>
              <a:t>64 features – lean Logistics (final)</a:t>
            </a:r>
            <a:endParaRPr lang="en-US" b="1">
              <a:solidFill>
                <a:srgbClr val="002060"/>
              </a:solidFill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CAB7D1-67EB-4A6F-DB83-3CB2DBFBA184}"/>
              </a:ext>
            </a:extLst>
          </p:cNvPr>
          <p:cNvSpPr txBox="1"/>
          <p:nvPr/>
        </p:nvSpPr>
        <p:spPr>
          <a:xfrm>
            <a:off x="5433600" y="641906"/>
            <a:ext cx="295638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Performance (Test Set)</a:t>
            </a:r>
          </a:p>
        </p:txBody>
      </p:sp>
      <p:pic>
        <p:nvPicPr>
          <p:cNvPr id="23" name="Picture 22" descr="A graph with numbers and a black background&#10;&#10;AI-generated content may be incorrect.">
            <a:extLst>
              <a:ext uri="{FF2B5EF4-FFF2-40B4-BE49-F238E27FC236}">
                <a16:creationId xmlns:a16="http://schemas.microsoft.com/office/drawing/2014/main" id="{32C4F22E-5239-47E8-C5A5-64C37C47D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024" y="950293"/>
            <a:ext cx="3891989" cy="245439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4FB56F-0C70-988A-04A2-F62399554AAD}"/>
              </a:ext>
            </a:extLst>
          </p:cNvPr>
          <p:cNvSpPr/>
          <p:nvPr/>
        </p:nvSpPr>
        <p:spPr>
          <a:xfrm>
            <a:off x="4363078" y="3518736"/>
            <a:ext cx="4305376" cy="156226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7E62FF-865D-5E30-5E39-FB365FD2E198}"/>
              </a:ext>
            </a:extLst>
          </p:cNvPr>
          <p:cNvSpPr txBox="1"/>
          <p:nvPr/>
        </p:nvSpPr>
        <p:spPr>
          <a:xfrm>
            <a:off x="4522172" y="3520506"/>
            <a:ext cx="399257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solidFill>
                  <a:srgbClr val="092144"/>
                </a:solidFill>
                <a:latin typeface="Calibri"/>
                <a:ea typeface="Calibri"/>
                <a:cs typeface="Calibri"/>
              </a:rPr>
              <a:t>Key Predictors</a:t>
            </a:r>
            <a:endParaRPr lang="en-US"/>
          </a:p>
          <a:p>
            <a:r>
              <a:rPr lang="en-US" sz="1300">
                <a:solidFill>
                  <a:srgbClr val="092144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>
                <a:solidFill>
                  <a:srgbClr val="092144"/>
                </a:solidFill>
                <a:latin typeface="Calibri"/>
                <a:ea typeface="Calibri"/>
                <a:cs typeface="Calibri"/>
              </a:rPr>
              <a:t>Balance - lower balances increase churn risk</a:t>
            </a:r>
            <a:endParaRPr lang="en-US"/>
          </a:p>
          <a:p>
            <a:r>
              <a:rPr lang="en-US">
                <a:solidFill>
                  <a:srgbClr val="092144"/>
                </a:solidFill>
                <a:latin typeface="Calibri"/>
                <a:ea typeface="Calibri"/>
                <a:cs typeface="Calibri"/>
              </a:rPr>
              <a:t>• Product Count - more products reduce churn odds</a:t>
            </a:r>
            <a:endParaRPr lang="en-US"/>
          </a:p>
          <a:p>
            <a:r>
              <a:rPr lang="en-US">
                <a:solidFill>
                  <a:srgbClr val="092144"/>
                </a:solidFill>
                <a:latin typeface="Calibri"/>
                <a:ea typeface="Calibri"/>
                <a:cs typeface="Calibri"/>
              </a:rPr>
              <a:t>• Digital Activity - OLB/App inactivity raises churn risk</a:t>
            </a:r>
            <a:endParaRPr lang="en-US"/>
          </a:p>
          <a:p>
            <a:r>
              <a:rPr lang="en-US">
                <a:solidFill>
                  <a:srgbClr val="092144"/>
                </a:solidFill>
                <a:latin typeface="Calibri"/>
                <a:ea typeface="Calibri"/>
                <a:cs typeface="Calibri"/>
              </a:rPr>
              <a:t>• Age Group - older cohorts show higher churn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2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0A9835-E71C-826E-1AC0-B86451394A88}"/>
              </a:ext>
            </a:extLst>
          </p:cNvPr>
          <p:cNvSpPr txBox="1"/>
          <p:nvPr/>
        </p:nvSpPr>
        <p:spPr>
          <a:xfrm>
            <a:off x="722469" y="203724"/>
            <a:ext cx="770998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>
                <a:latin typeface="Archivo"/>
              </a:rPr>
              <a:t>Gradient Boost Model – Summary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FD15707-00BC-FBAC-F38F-3D7D86FE3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591205"/>
              </p:ext>
            </p:extLst>
          </p:nvPr>
        </p:nvGraphicFramePr>
        <p:xfrm>
          <a:off x="323620" y="846921"/>
          <a:ext cx="8652655" cy="4146936"/>
        </p:xfrm>
        <a:graphic>
          <a:graphicData uri="http://schemas.openxmlformats.org/drawingml/2006/table">
            <a:tbl>
              <a:tblPr firstRow="1" bandRow="1">
                <a:tableStyleId>{A3CA7308-D19E-497E-B02C-0A312454DCB4}</a:tableStyleId>
              </a:tblPr>
              <a:tblGrid>
                <a:gridCol w="1818409">
                  <a:extLst>
                    <a:ext uri="{9D8B030D-6E8A-4147-A177-3AD203B41FA5}">
                      <a16:colId xmlns:a16="http://schemas.microsoft.com/office/drawing/2014/main" val="1890290481"/>
                    </a:ext>
                  </a:extLst>
                </a:gridCol>
                <a:gridCol w="3793186">
                  <a:extLst>
                    <a:ext uri="{9D8B030D-6E8A-4147-A177-3AD203B41FA5}">
                      <a16:colId xmlns:a16="http://schemas.microsoft.com/office/drawing/2014/main" val="448133016"/>
                    </a:ext>
                  </a:extLst>
                </a:gridCol>
                <a:gridCol w="3041060">
                  <a:extLst>
                    <a:ext uri="{9D8B030D-6E8A-4147-A177-3AD203B41FA5}">
                      <a16:colId xmlns:a16="http://schemas.microsoft.com/office/drawing/2014/main" val="2118342643"/>
                    </a:ext>
                  </a:extLst>
                </a:gridCol>
              </a:tblGrid>
              <a:tr h="56429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Archivo"/>
                        </a:rPr>
                        <a:t>Business Approach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Archivo"/>
                        </a:rPr>
                        <a:t>Outcomes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548580"/>
                  </a:ext>
                </a:extLst>
              </a:tr>
              <a:tr h="56429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>
                              <a:lumMod val="10000"/>
                            </a:schemeClr>
                          </a:solidFill>
                          <a:latin typeface="Archivo"/>
                        </a:rPr>
                        <a:t>Data Preparation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Arial"/>
                        </a:rPr>
                        <a:t>Cleaned and structured ~47K customer records, handled severe class imbalance (~1.65), and split data into training, validation, and test sets</a:t>
                      </a:r>
                      <a:r>
                        <a:rPr lang="en-US" sz="1400" b="0" i="0" u="none" strike="noStrike" noProof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.</a:t>
                      </a:r>
                      <a:endParaRPr lang="en-US" b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Arial"/>
                        </a:rPr>
                        <a:t>Provided a reliable, balanced dataset for accurate model learning and prediction</a:t>
                      </a:r>
                      <a:endParaRPr lang="en-US" b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345832"/>
                  </a:ext>
                </a:extLst>
              </a:tr>
              <a:tr h="564294">
                <a:tc>
                  <a:txBody>
                    <a:bodyPr/>
                    <a:lstStyle/>
                    <a:p>
                      <a:r>
                        <a:rPr lang="en-US" b="1">
                          <a:latin typeface="Archivo"/>
                        </a:rPr>
                        <a:t>Model Development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</a:rPr>
                        <a:t>Developed a predictive analytics solution to anticipate customer churn.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</a:rPr>
                        <a:t>Model trained on </a:t>
                      </a:r>
                      <a:r>
                        <a:rPr lang="en-US" sz="1400" b="1" i="0" u="none" strike="noStrike" noProof="0">
                          <a:latin typeface="Arial"/>
                        </a:rPr>
                        <a:t>60%</a:t>
                      </a:r>
                      <a:r>
                        <a:rPr lang="en-US" sz="1400" b="0" i="0" u="none" strike="noStrike" noProof="0">
                          <a:latin typeface="Arial"/>
                        </a:rPr>
                        <a:t>, validated on </a:t>
                      </a:r>
                      <a:r>
                        <a:rPr lang="en-US" sz="1400" b="1" i="0" u="none" strike="noStrike" noProof="0">
                          <a:latin typeface="Arial"/>
                        </a:rPr>
                        <a:t>20%</a:t>
                      </a:r>
                      <a:r>
                        <a:rPr lang="en-US" sz="1400" b="0" i="0" u="none" strike="noStrike" noProof="0">
                          <a:latin typeface="Arial"/>
                        </a:rPr>
                        <a:t>, and tested on </a:t>
                      </a:r>
                      <a:r>
                        <a:rPr lang="en-US" sz="1400" b="1" i="0" u="none" strike="noStrike" noProof="0">
                          <a:latin typeface="Arial"/>
                        </a:rPr>
                        <a:t>20%</a:t>
                      </a:r>
                      <a:endParaRPr lang="en-US" b="1">
                        <a:latin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70645"/>
                  </a:ext>
                </a:extLst>
              </a:tr>
              <a:tr h="56429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>
                              <a:lumMod val="10000"/>
                            </a:schemeClr>
                          </a:solidFill>
                          <a:latin typeface="Archivo"/>
                        </a:rPr>
                        <a:t>Model Evaluation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Tested on unseen customer data to measure predictive performance and reliability.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Arial"/>
                        </a:rPr>
                        <a:t>Achieved </a:t>
                      </a:r>
                      <a:r>
                        <a:rPr lang="en-US" sz="1400" b="1" i="0" u="none" strike="noStrike" noProof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Arial"/>
                        </a:rPr>
                        <a:t>ROC-AUC ≈ 0.74</a:t>
                      </a:r>
                      <a:r>
                        <a:rPr lang="en-US" sz="1400" b="0" i="0" u="none" strike="noStrike" noProof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Arial"/>
                        </a:rPr>
                        <a:t>, </a:t>
                      </a:r>
                      <a:r>
                        <a:rPr lang="en-US" sz="1400" b="1" i="0" u="none" strike="noStrike" noProof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Arial"/>
                        </a:rPr>
                        <a:t>PR-AUC ≈ 0.13</a:t>
                      </a:r>
                      <a:endParaRPr lang="en-US" sz="1400" b="0" i="0" u="none" strike="noStrike" noProof="0">
                        <a:solidFill>
                          <a:schemeClr val="bg1">
                            <a:lumMod val="10000"/>
                          </a:schemeClr>
                        </a:solidFill>
                        <a:latin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717224"/>
                  </a:ext>
                </a:extLst>
              </a:tr>
              <a:tr h="5642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/>
                        <a:t>Customer Prioritization</a:t>
                      </a:r>
                      <a:endParaRPr lang="en-US" b="1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Identified top 10% of customers most likely to churn for proactive engagement.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</a:rPr>
                        <a:t>Captured </a:t>
                      </a:r>
                      <a:r>
                        <a:rPr lang="en-US" sz="1400" b="1" i="0" u="none" strike="noStrike" noProof="0">
                          <a:latin typeface="Arial"/>
                        </a:rPr>
                        <a:t>~42%</a:t>
                      </a:r>
                      <a:r>
                        <a:rPr lang="en-US" sz="1400" b="0" i="0" u="none" strike="noStrike" noProof="0">
                          <a:latin typeface="Arial"/>
                        </a:rPr>
                        <a:t> of churners with </a:t>
                      </a:r>
                      <a:r>
                        <a:rPr lang="en-US" sz="1400" b="1" i="0" u="none" strike="noStrike" noProof="0">
                          <a:latin typeface="Arial"/>
                        </a:rPr>
                        <a:t>~4.2×</a:t>
                      </a:r>
                      <a:r>
                        <a:rPr lang="en-US" sz="1400" b="0" i="0" u="none" strike="noStrike" noProof="0">
                          <a:latin typeface="Arial"/>
                        </a:rPr>
                        <a:t> targeting lift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039834"/>
                  </a:ext>
                </a:extLst>
              </a:tr>
              <a:tr h="5642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/>
                        <a:t>Insights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</a:rPr>
                        <a:t>Identified key churn drivers guiding retention strategy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>
                        <a:latin typeface="Archivo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/>
                        <a:t>Key factors:</a:t>
                      </a:r>
                      <a:r>
                        <a:rPr lang="en-US" sz="1400" b="0" i="0" u="none" strike="noStrike" noProof="0"/>
                        <a:t> Overdraft charges, low balances, limited digital engagement, fewer product holdings.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162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629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Model Comparison – Predicting Churn</a:t>
            </a:r>
          </a:p>
        </p:txBody>
      </p:sp>
      <p:sp>
        <p:nvSpPr>
          <p:cNvPr id="1746" name="Google Shape;1746;p53"/>
          <p:cNvSpPr txBox="1"/>
          <p:nvPr/>
        </p:nvSpPr>
        <p:spPr>
          <a:xfrm>
            <a:off x="7072919" y="3046901"/>
            <a:ext cx="1355081" cy="35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rchivo"/>
                <a:ea typeface="Archivo"/>
                <a:cs typeface="Archivo"/>
              </a:rPr>
              <a:t>Lift@Top10%</a:t>
            </a:r>
          </a:p>
        </p:txBody>
      </p:sp>
      <p:sp>
        <p:nvSpPr>
          <p:cNvPr id="1747" name="Google Shape;1747;p53"/>
          <p:cNvSpPr txBox="1"/>
          <p:nvPr/>
        </p:nvSpPr>
        <p:spPr>
          <a:xfrm>
            <a:off x="6931900" y="3302880"/>
            <a:ext cx="1926580" cy="1493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1200">
                <a:solidFill>
                  <a:schemeClr val="dk1"/>
                </a:solidFill>
                <a:latin typeface="Catamaran"/>
                <a:cs typeface="Catamaran"/>
                <a:sym typeface="Catamaran"/>
              </a:rPr>
              <a:t>Measures how many churners are captured in the top 10% of predicted risk compared to random targeting.</a:t>
            </a:r>
            <a:endParaRPr lang="en-US" sz="1200">
              <a:solidFill>
                <a:schemeClr val="dk1"/>
              </a:solidFill>
            </a:endParaRPr>
          </a:p>
        </p:txBody>
      </p:sp>
      <p:sp>
        <p:nvSpPr>
          <p:cNvPr id="1748" name="Google Shape;1748;p53"/>
          <p:cNvSpPr txBox="1"/>
          <p:nvPr/>
        </p:nvSpPr>
        <p:spPr>
          <a:xfrm>
            <a:off x="279308" y="1033083"/>
            <a:ext cx="8471516" cy="134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5000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XGBoost achieved the strongest predictive lift (4.17×) and best AUC (0.74).</a:t>
            </a:r>
          </a:p>
          <a:p>
            <a:pPr>
              <a:lnSpc>
                <a:spcPct val="114999"/>
              </a:lnSpc>
            </a:pPr>
            <a:endParaRPr lang="en">
              <a:solidFill>
                <a:schemeClr val="dk1"/>
              </a:solidFill>
              <a:latin typeface="Catamaran"/>
              <a:ea typeface="Catamaran"/>
              <a:cs typeface="Catamaran"/>
            </a:endParaRP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Regression Tree provided interpretability with moderate performance (3.7× lift).</a:t>
            </a:r>
          </a:p>
          <a:p>
            <a:pPr>
              <a:lnSpc>
                <a:spcPct val="114999"/>
              </a:lnSpc>
            </a:pPr>
            <a:endParaRPr lang="en">
              <a:solidFill>
                <a:schemeClr val="dk1"/>
              </a:solidFill>
              <a:latin typeface="Catamaran"/>
              <a:ea typeface="Catamaran"/>
              <a:cs typeface="Catamaran"/>
            </a:endParaRP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">
                <a:solidFill>
                  <a:schemeClr val="dk1"/>
                </a:solidFill>
                <a:latin typeface="Catamaran"/>
                <a:ea typeface="Catamaran"/>
                <a:cs typeface="Catamaran"/>
              </a:rPr>
              <a:t>Lean Logistic confirmed core churn drivers (balances, digital activity, product count).</a:t>
            </a:r>
          </a:p>
        </p:txBody>
      </p:sp>
      <p:pic>
        <p:nvPicPr>
          <p:cNvPr id="2" name="Picture 1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B02DFF9C-CAA1-5B76-CD65-93159050F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67" y="2510964"/>
            <a:ext cx="6371166" cy="1582072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B850B742-219E-41E8-68B4-E9A68B8BACD8}"/>
              </a:ext>
            </a:extLst>
          </p:cNvPr>
          <p:cNvSpPr/>
          <p:nvPr/>
        </p:nvSpPr>
        <p:spPr>
          <a:xfrm>
            <a:off x="6639952" y="3116692"/>
            <a:ext cx="434456" cy="10956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3C562F-3630-E183-E68F-172ABDCB945A}"/>
              </a:ext>
            </a:extLst>
          </p:cNvPr>
          <p:cNvSpPr/>
          <p:nvPr/>
        </p:nvSpPr>
        <p:spPr>
          <a:xfrm>
            <a:off x="3783980" y="2571750"/>
            <a:ext cx="364274" cy="126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2F72F7-5452-D94F-7D17-6D64B8F5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83374"/>
            <a:ext cx="7704000" cy="572700"/>
          </a:xfrm>
        </p:spPr>
        <p:txBody>
          <a:bodyPr/>
          <a:lstStyle/>
          <a:p>
            <a:r>
              <a:rPr lang="en"/>
              <a:t>Model Comparison – Predicting Churn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1E4E3B-D41D-44DE-C1DD-B9328AA11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814539"/>
              </p:ext>
            </p:extLst>
          </p:nvPr>
        </p:nvGraphicFramePr>
        <p:xfrm>
          <a:off x="475101" y="819379"/>
          <a:ext cx="7839233" cy="3792286"/>
        </p:xfrm>
        <a:graphic>
          <a:graphicData uri="http://schemas.openxmlformats.org/drawingml/2006/table">
            <a:tbl>
              <a:tblPr firstRow="1" bandRow="1">
                <a:tableStyleId>{A3CA7308-D19E-497E-B02C-0A312454DCB4}</a:tableStyleId>
              </a:tblPr>
              <a:tblGrid>
                <a:gridCol w="1957574">
                  <a:extLst>
                    <a:ext uri="{9D8B030D-6E8A-4147-A177-3AD203B41FA5}">
                      <a16:colId xmlns:a16="http://schemas.microsoft.com/office/drawing/2014/main" val="1211056259"/>
                    </a:ext>
                  </a:extLst>
                </a:gridCol>
                <a:gridCol w="1960553">
                  <a:extLst>
                    <a:ext uri="{9D8B030D-6E8A-4147-A177-3AD203B41FA5}">
                      <a16:colId xmlns:a16="http://schemas.microsoft.com/office/drawing/2014/main" val="3117734313"/>
                    </a:ext>
                  </a:extLst>
                </a:gridCol>
                <a:gridCol w="1960553">
                  <a:extLst>
                    <a:ext uri="{9D8B030D-6E8A-4147-A177-3AD203B41FA5}">
                      <a16:colId xmlns:a16="http://schemas.microsoft.com/office/drawing/2014/main" val="3400555941"/>
                    </a:ext>
                  </a:extLst>
                </a:gridCol>
                <a:gridCol w="1960553">
                  <a:extLst>
                    <a:ext uri="{9D8B030D-6E8A-4147-A177-3AD203B41FA5}">
                      <a16:colId xmlns:a16="http://schemas.microsoft.com/office/drawing/2014/main" val="3116124591"/>
                    </a:ext>
                  </a:extLst>
                </a:gridCol>
              </a:tblGrid>
              <a:tr h="41015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baseline="0" noProof="0">
                          <a:solidFill>
                            <a:schemeClr val="bg1"/>
                          </a:solidFill>
                          <a:latin typeface="Arial"/>
                        </a:rPr>
                        <a:t>Aspect</a:t>
                      </a: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baseline="0" noProof="0">
                          <a:solidFill>
                            <a:schemeClr val="bg1"/>
                          </a:solidFill>
                          <a:latin typeface="Arial"/>
                        </a:rPr>
                        <a:t>Logistic Regression</a:t>
                      </a: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baseline="0" noProof="0">
                          <a:solidFill>
                            <a:schemeClr val="bg1"/>
                          </a:solidFill>
                          <a:latin typeface="Arial"/>
                        </a:rPr>
                        <a:t>Regression Tree</a:t>
                      </a: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 err="1">
                          <a:solidFill>
                            <a:schemeClr val="bg1"/>
                          </a:solidFill>
                          <a:latin typeface="Arial"/>
                        </a:rPr>
                        <a:t>XGBoost</a:t>
                      </a:r>
                      <a:r>
                        <a:rPr lang="en-US" sz="1200" b="1" i="0" u="none" strike="noStrike" noProof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646652"/>
                  </a:ext>
                </a:extLst>
              </a:tr>
              <a:tr h="74706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Strengths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Interpretable, aligns with economic theory (balances, product count).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</a:rPr>
                        <a:t>Transparent rules, visual interpretability.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</a:rPr>
                        <a:t>Highest predictive power, handles complex nonlinear patterns.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851343"/>
                  </a:ext>
                </a:extLst>
              </a:tr>
              <a:tr h="57861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Weaknesses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Limited recall for rare churn cases, linear assumptions.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</a:rPr>
                        <a:t>Moderate lift (3.7×), risk of overfitting with deep splits.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</a:rPr>
                        <a:t>Lower interpretability, requires tuning and computation.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338184"/>
                  </a:ext>
                </a:extLst>
              </a:tr>
              <a:tr h="915526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Key Drivers / Coefficients</a:t>
                      </a:r>
                      <a:endParaRPr lang="en-US" sz="1200" b="1"/>
                    </a:p>
                    <a:p>
                      <a:pPr lvl="0" algn="l">
                        <a:buNone/>
                      </a:pP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Balances ↓ churn; multiple products ↓ churn; inactivity ↑ churn.</a:t>
                      </a:r>
                    </a:p>
                    <a:p>
                      <a:pPr lvl="0" algn="l"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Overdrafts, low balances, and high transaction drop-offs increase churn.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</a:rPr>
                        <a:t>Customer Type, Branch, ACH Deposits, and Overdraft Charges most influential.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725310"/>
                  </a:ext>
                </a:extLst>
              </a:tr>
              <a:tr h="575211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Calibration / Brier Score</a:t>
                      </a:r>
                      <a:endParaRPr lang="en-US" sz="1200" b="1"/>
                    </a:p>
                    <a:p>
                      <a:pPr lvl="0" algn="l">
                        <a:buNone/>
                      </a:pP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</a:rPr>
                        <a:t>0.052 (moderate)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0.041 (good)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</a:rPr>
                        <a:t>0.034 (strong, well-calibrated)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175881"/>
                  </a:ext>
                </a:extLst>
              </a:tr>
              <a:tr h="41015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/>
                        <a:t>Training vs Test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</a:rPr>
                        <a:t>Minimal gap; no overfitting.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/>
                        <a:t>S</a:t>
                      </a:r>
                      <a:r>
                        <a:rPr lang="en-US" sz="1200" b="0" i="0" u="none" strike="noStrike" noProof="0">
                          <a:latin typeface="Arial"/>
                        </a:rPr>
                        <a:t>light variance, mild bias toward train data.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Arial"/>
                        </a:rPr>
                        <a:t>Very stable; high generalization power.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829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392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29A900-F27B-1CA6-00FE-9D3A247DF3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Liquidity risk indicator:</a:t>
            </a:r>
            <a:r>
              <a:rPr lang="en-US"/>
              <a:t> declining balances often precede attrition.</a:t>
            </a:r>
          </a:p>
          <a:p>
            <a:pPr>
              <a:lnSpc>
                <a:spcPct val="114999"/>
              </a:lnSpc>
            </a:pPr>
            <a:r>
              <a:rPr lang="en-US" b="1"/>
              <a:t>Engagement metrics:</a:t>
            </a:r>
            <a:r>
              <a:rPr lang="en-US"/>
              <a:t> low transaction frequency signals disengagement.</a:t>
            </a:r>
          </a:p>
          <a:p>
            <a:pPr>
              <a:lnSpc>
                <a:spcPct val="114999"/>
              </a:lnSpc>
            </a:pPr>
            <a:r>
              <a:rPr lang="en-US" b="1"/>
              <a:t>Digital adoption: </a:t>
            </a:r>
            <a:r>
              <a:rPr lang="en-US"/>
              <a:t>inactive online users = 1.5× churn risk.</a:t>
            </a:r>
          </a:p>
          <a:p>
            <a:pPr>
              <a:lnSpc>
                <a:spcPct val="114999"/>
              </a:lnSpc>
            </a:pPr>
            <a:r>
              <a:rPr lang="en-US" b="1"/>
              <a:t>Cross-selling impact:</a:t>
            </a:r>
            <a:r>
              <a:rPr lang="en-US"/>
              <a:t> each additional product cuts churn odds by ~50%.</a:t>
            </a:r>
          </a:p>
          <a:p>
            <a:pPr>
              <a:lnSpc>
                <a:spcPct val="114999"/>
              </a:lnSpc>
            </a:pPr>
            <a:r>
              <a:rPr lang="en-US" b="1"/>
              <a:t>Demographic insight: older, low-digital users show higher vulnerability.</a:t>
            </a:r>
          </a:p>
          <a:p>
            <a:pPr>
              <a:lnSpc>
                <a:spcPct val="114999"/>
              </a:lnSpc>
            </a:pPr>
            <a:endParaRPr lang="en-US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24FC3-9C43-83AF-FEF3-917071A9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8167826" cy="465027"/>
          </a:xfrm>
        </p:spPr>
        <p:txBody>
          <a:bodyPr/>
          <a:lstStyle/>
          <a:p>
            <a:r>
              <a:rPr lang="en-US"/>
              <a:t>Key Churn Drivers and Economic Relevance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6C786D-AEA8-D9BB-45D0-DBA2D9A73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0" y="1283804"/>
            <a:ext cx="4113143" cy="260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94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4">
          <a:extLst>
            <a:ext uri="{FF2B5EF4-FFF2-40B4-BE49-F238E27FC236}">
              <a16:creationId xmlns:a16="http://schemas.microsoft.com/office/drawing/2014/main" id="{566286B1-0496-866F-CBE3-B6EBC879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6A49D-8692-9AEA-1709-250923FEB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72" y="1288142"/>
            <a:ext cx="7704000" cy="3044666"/>
          </a:xfrm>
        </p:spPr>
        <p:txBody>
          <a:bodyPr/>
          <a:lstStyle/>
          <a:p>
            <a:endParaRPr lang="en-US" sz="1800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19620C-4AB2-57BD-95D8-9430D4AEBE97}"/>
              </a:ext>
            </a:extLst>
          </p:cNvPr>
          <p:cNvSpPr txBox="1"/>
          <p:nvPr/>
        </p:nvSpPr>
        <p:spPr>
          <a:xfrm>
            <a:off x="285136" y="804147"/>
            <a:ext cx="375638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chivo"/>
              </a:rPr>
              <a:t>Retention Focus</a:t>
            </a:r>
            <a:r>
              <a:rPr lang="en-US">
                <a:latin typeface="Archivo"/>
              </a:rPr>
              <a:t> </a:t>
            </a:r>
          </a:p>
          <a:p>
            <a:endParaRPr lang="en-US">
              <a:latin typeface="Archivo"/>
            </a:endParaRPr>
          </a:p>
          <a:p>
            <a:pPr marL="171450" indent="-171450">
              <a:buChar char="•"/>
            </a:pPr>
            <a:r>
              <a:rPr lang="en-US">
                <a:latin typeface="Archivo"/>
                <a:ea typeface="Segoe UI Emoji"/>
                <a:cs typeface="Archivo"/>
              </a:rPr>
              <a:t>        Build predictive churn models for proactive interventions</a:t>
            </a:r>
            <a:endParaRPr lang="en-US">
              <a:latin typeface="Archivo"/>
              <a:ea typeface="Segoe UI Emoji"/>
            </a:endParaRPr>
          </a:p>
          <a:p>
            <a:pPr marL="171450" indent="-171450">
              <a:buChar char="•"/>
            </a:pPr>
            <a:endParaRPr lang="en-US">
              <a:latin typeface="Archivo"/>
              <a:ea typeface="Segoe UI Emoji"/>
              <a:cs typeface="Archivo"/>
            </a:endParaRPr>
          </a:p>
          <a:p>
            <a:pPr marL="171450" indent="-1714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  </a:t>
            </a:r>
            <a:r>
              <a:rPr lang="en-US">
                <a:latin typeface="Archivo"/>
                <a:ea typeface="Calibri"/>
              </a:rPr>
              <a:t>Drive digital adoption through targeted campaigns and easy onboarding</a:t>
            </a:r>
            <a:endParaRPr lang="en-US">
              <a:latin typeface="Archivo"/>
            </a:endParaRPr>
          </a:p>
          <a:p>
            <a:pPr marL="171450" indent="-171450" algn="l">
              <a:buChar char="•"/>
            </a:pPr>
            <a:endParaRPr lang="en-US">
              <a:latin typeface="Archivo"/>
              <a:ea typeface="Calibri"/>
              <a:cs typeface="Calibri"/>
            </a:endParaRPr>
          </a:p>
          <a:p>
            <a:pPr marL="171450" indent="-171450">
              <a:buChar char="•"/>
            </a:pPr>
            <a:r>
              <a:rPr lang="en-US">
                <a:latin typeface="Archivo"/>
                <a:ea typeface="Segoe UI Emoji"/>
                <a:cs typeface="Calibri"/>
              </a:rPr>
              <a:t>   </a:t>
            </a:r>
            <a:r>
              <a:rPr lang="en-US">
                <a:latin typeface="Archivo"/>
                <a:ea typeface="Calibri"/>
                <a:cs typeface="Calibri"/>
              </a:rPr>
              <a:t>     </a:t>
            </a:r>
            <a:r>
              <a:rPr lang="en-US">
                <a:latin typeface="Archivo"/>
                <a:ea typeface="Calibri"/>
              </a:rPr>
              <a:t>Prioritize retention programs for high-risk segments (business &amp; older customers)</a:t>
            </a:r>
          </a:p>
          <a:p>
            <a:pPr marL="171450" indent="-171450">
              <a:buChar char="•"/>
            </a:pPr>
            <a:endParaRPr lang="en-US">
              <a:latin typeface="Archivo"/>
              <a:ea typeface="Calibri"/>
              <a:cs typeface="Calibri"/>
            </a:endParaRPr>
          </a:p>
          <a:p>
            <a:pPr marL="171450" indent="-1714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        </a:t>
            </a:r>
            <a:r>
              <a:rPr lang="en-US">
                <a:latin typeface="Archivo"/>
                <a:ea typeface="Calibri"/>
              </a:rPr>
              <a:t>Offer overdraft alerts, fee relief, or budgeting tools to reduce dissatisfaction</a:t>
            </a:r>
          </a:p>
          <a:p>
            <a:pPr marL="171450" indent="-171450">
              <a:buChar char="•"/>
            </a:pPr>
            <a:endParaRPr lang="en-US">
              <a:latin typeface="Archivo"/>
              <a:ea typeface="Calibri"/>
            </a:endParaRPr>
          </a:p>
          <a:p>
            <a:pPr marL="171450" indent="-171450">
              <a:buChar char="•"/>
            </a:pPr>
            <a:r>
              <a:rPr lang="en-US">
                <a:latin typeface="Archivo"/>
                <a:ea typeface="Segoe UI Emoji"/>
              </a:rPr>
              <a:t>       E</a:t>
            </a:r>
            <a:r>
              <a:rPr lang="en-US">
                <a:latin typeface="Archivo"/>
                <a:ea typeface="Calibri"/>
              </a:rPr>
              <a:t>xpand cross-selling to increase product depth and loyalty</a:t>
            </a:r>
          </a:p>
          <a:p>
            <a:endParaRPr lang="en-US">
              <a:latin typeface="Archiv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B1571-B0BD-5CAD-6619-31C2C7FCCDBE}"/>
              </a:ext>
            </a:extLst>
          </p:cNvPr>
          <p:cNvSpPr txBox="1"/>
          <p:nvPr/>
        </p:nvSpPr>
        <p:spPr>
          <a:xfrm>
            <a:off x="4805211" y="808177"/>
            <a:ext cx="396097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chivo"/>
              </a:rPr>
              <a:t>Growth Strategy</a:t>
            </a:r>
          </a:p>
          <a:p>
            <a:endParaRPr lang="en-US" b="1">
              <a:latin typeface="Archivo"/>
            </a:endParaRPr>
          </a:p>
          <a:p>
            <a:pPr marL="285750" indent="-2857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  Optimize fee structures with tiered pricing based on customer value</a:t>
            </a:r>
          </a:p>
          <a:p>
            <a:pPr marL="285750" indent="-285750">
              <a:buChar char="•"/>
            </a:pPr>
            <a:endParaRPr lang="en-US">
              <a:latin typeface="Archivo"/>
            </a:endParaRPr>
          </a:p>
          <a:p>
            <a:pPr marL="285750" indent="-2857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  Enhance mobile and online banking experience to attract Gen Z</a:t>
            </a:r>
          </a:p>
          <a:p>
            <a:pPr marL="285750" indent="-285750">
              <a:buChar char="•"/>
            </a:pPr>
            <a:endParaRPr lang="en-US">
              <a:latin typeface="Archivo"/>
            </a:endParaRPr>
          </a:p>
          <a:p>
            <a:pPr marL="285750" indent="-2857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  Launch loyalty rewards and tiered benefit programs to boost retention</a:t>
            </a:r>
          </a:p>
          <a:p>
            <a:pPr marL="285750" indent="-285750">
              <a:buChar char="•"/>
            </a:pPr>
            <a:endParaRPr lang="en-US">
              <a:latin typeface="Archivo"/>
            </a:endParaRPr>
          </a:p>
          <a:p>
            <a:pPr marL="285750" indent="-285750">
              <a:buChar char="•"/>
            </a:pPr>
            <a:r>
              <a:rPr lang="en-US">
                <a:latin typeface="Archivo"/>
                <a:ea typeface="Calibri"/>
                <a:cs typeface="Calibri"/>
              </a:rPr>
              <a:t>        Personalize offers and communication using behavioral and demographic insights</a:t>
            </a:r>
          </a:p>
          <a:p>
            <a:pPr marL="285750" indent="-285750">
              <a:buChar char="•"/>
            </a:pPr>
            <a:endParaRPr lang="en-US">
              <a:latin typeface="Archivo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US">
                <a:latin typeface="Archivo"/>
                <a:ea typeface="Segoe UI Emoji"/>
                <a:cs typeface="Calibri"/>
              </a:rPr>
              <a:t>       </a:t>
            </a:r>
            <a:r>
              <a:rPr lang="en-US">
                <a:latin typeface="Archivo"/>
                <a:ea typeface="Calibri"/>
                <a:cs typeface="Calibri"/>
              </a:rPr>
              <a:t>Leverage transaction patterns to design early-warning churn triggers</a:t>
            </a:r>
          </a:p>
          <a:p>
            <a:endParaRPr lang="en-US" b="1">
              <a:latin typeface="Archivo"/>
            </a:endParaRPr>
          </a:p>
          <a:p>
            <a:endParaRPr lang="en-US">
              <a:latin typeface="Archivo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6B94FB-4F20-2BA8-44EE-D18455CB8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56" y="159275"/>
            <a:ext cx="7704000" cy="572700"/>
          </a:xfrm>
        </p:spPr>
        <p:txBody>
          <a:bodyPr/>
          <a:lstStyle/>
          <a:p>
            <a:pPr algn="ctr"/>
            <a:r>
              <a:rPr lang="en-US"/>
              <a:t>Recommendations</a:t>
            </a:r>
          </a:p>
        </p:txBody>
      </p:sp>
      <p:pic>
        <p:nvPicPr>
          <p:cNvPr id="8" name="Picture 7" descr="A graph on a board&#10;&#10;AI-generated content may be incorrect.">
            <a:extLst>
              <a:ext uri="{FF2B5EF4-FFF2-40B4-BE49-F238E27FC236}">
                <a16:creationId xmlns:a16="http://schemas.microsoft.com/office/drawing/2014/main" id="{88602749-CA59-190B-02E6-8A1F67337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16" y="1226639"/>
            <a:ext cx="274739" cy="279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160EA-A859-53E2-DEDC-76713253B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61" y="1835650"/>
            <a:ext cx="277739" cy="266886"/>
          </a:xfrm>
          <a:prstGeom prst="rect">
            <a:avLst/>
          </a:prstGeom>
        </p:spPr>
      </p:pic>
      <p:pic>
        <p:nvPicPr>
          <p:cNvPr id="10" name="Picture 9" descr="A blue dollar sign and gear&#10;&#10;AI-generated content may be incorrect.">
            <a:extLst>
              <a:ext uri="{FF2B5EF4-FFF2-40B4-BE49-F238E27FC236}">
                <a16:creationId xmlns:a16="http://schemas.microsoft.com/office/drawing/2014/main" id="{8B7B2674-BFD7-C07E-5D23-A8FF18DFF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13087" y="2482045"/>
            <a:ext cx="274657" cy="273670"/>
          </a:xfrm>
          <a:prstGeom prst="rect">
            <a:avLst/>
          </a:prstGeom>
        </p:spPr>
      </p:pic>
      <p:pic>
        <p:nvPicPr>
          <p:cNvPr id="11" name="Picture 10" descr="A person with a speech bubble&#10;&#10;AI-generated content may be incorrect.">
            <a:extLst>
              <a:ext uri="{FF2B5EF4-FFF2-40B4-BE49-F238E27FC236}">
                <a16:creationId xmlns:a16="http://schemas.microsoft.com/office/drawing/2014/main" id="{5AC5E236-C287-69B1-8D8C-83D2D1BFC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08350" y="3295910"/>
            <a:ext cx="276301" cy="2743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7C7A2B-4174-FECF-46E2-BE92526CE8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12786" y="3961357"/>
            <a:ext cx="275258" cy="274322"/>
          </a:xfrm>
          <a:prstGeom prst="rect">
            <a:avLst/>
          </a:prstGeom>
        </p:spPr>
      </p:pic>
      <p:pic>
        <p:nvPicPr>
          <p:cNvPr id="13" name="Picture 12" descr="A blue circular object with a gear in the middle&#10;&#10;AI-generated content may be incorrect.">
            <a:extLst>
              <a:ext uri="{FF2B5EF4-FFF2-40B4-BE49-F238E27FC236}">
                <a16:creationId xmlns:a16="http://schemas.microsoft.com/office/drawing/2014/main" id="{837A700E-E074-265A-70D1-384006A77E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4293" y="1204585"/>
            <a:ext cx="276305" cy="2764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C7DCC8-F5C3-8F9F-F771-1BFE2B744D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5174360" y="1827495"/>
            <a:ext cx="276171" cy="2675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E37968-052D-0328-B10C-239FE3AED5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1880" y="2489873"/>
            <a:ext cx="281131" cy="273671"/>
          </a:xfrm>
          <a:prstGeom prst="rect">
            <a:avLst/>
          </a:prstGeom>
        </p:spPr>
      </p:pic>
      <p:pic>
        <p:nvPicPr>
          <p:cNvPr id="16" name="Picture 15" descr="A logo of a person in a shield&#10;&#10;AI-generated content may be incorrect.">
            <a:extLst>
              <a:ext uri="{FF2B5EF4-FFF2-40B4-BE49-F238E27FC236}">
                <a16:creationId xmlns:a16="http://schemas.microsoft.com/office/drawing/2014/main" id="{5E1193ED-2182-CC3F-046C-D3FAAAD369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5171946" y="3125373"/>
            <a:ext cx="280999" cy="270930"/>
          </a:xfrm>
          <a:prstGeom prst="rect">
            <a:avLst/>
          </a:prstGeom>
        </p:spPr>
      </p:pic>
      <p:pic>
        <p:nvPicPr>
          <p:cNvPr id="17" name="Picture 16" descr="A handshake and speech bubbles&#10;&#10;AI-generated content may be incorrect.">
            <a:extLst>
              <a:ext uri="{FF2B5EF4-FFF2-40B4-BE49-F238E27FC236}">
                <a16:creationId xmlns:a16="http://schemas.microsoft.com/office/drawing/2014/main" id="{3E1268B6-E6EC-33B7-C5CB-A427DFD6E2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5111340" y="3759504"/>
            <a:ext cx="276953" cy="27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99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F744D0B-7CE6-1BAE-16BF-1D099C90E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896" y="1376877"/>
            <a:ext cx="3858900" cy="10587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b="1" i="0" u="none" strike="noStrike" cap="none">
                <a:latin typeface="Archivo"/>
                <a:ea typeface="Archivo"/>
                <a:cs typeface="Archivo"/>
                <a:sym typeface="Archivo"/>
              </a:rPr>
              <a:t>Thanks!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7023D-5E45-542B-B572-D0645398AC1F}"/>
              </a:ext>
            </a:extLst>
          </p:cNvPr>
          <p:cNvSpPr txBox="1"/>
          <p:nvPr/>
        </p:nvSpPr>
        <p:spPr>
          <a:xfrm>
            <a:off x="4571863" y="2450383"/>
            <a:ext cx="3858900" cy="1224900"/>
          </a:xfrm>
          <a:prstGeom prst="rect">
            <a:avLst/>
          </a:prstGeom>
          <a:noFill/>
          <a:ln>
            <a:noFill/>
          </a:ln>
        </p:spPr>
        <p:txBody>
          <a:bodyPr rot="0" spcFirstLastPara="1" vertOverflow="overflow" horzOverflow="overflow" vert="horz" wrap="square" lIns="91425" tIns="91425" rIns="91425" bIns="91425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457200" indent="-317500" algn="ctr">
              <a:lnSpc>
                <a:spcPct val="115000"/>
              </a:lnSpc>
              <a:spcAft>
                <a:spcPts val="600"/>
              </a:spcAft>
              <a:buClr>
                <a:schemeClr val="dk1"/>
              </a:buClr>
              <a:buSzPts val="1400"/>
            </a:pPr>
            <a:r>
              <a:rPr lang="en-US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Do you have any questions?</a:t>
            </a:r>
          </a:p>
        </p:txBody>
      </p:sp>
      <p:pic>
        <p:nvPicPr>
          <p:cNvPr id="2" name="Picture 1" descr="Text Photography Question Interrogation Communication Stock Transparent ...">
            <a:extLst>
              <a:ext uri="{FF2B5EF4-FFF2-40B4-BE49-F238E27FC236}">
                <a16:creationId xmlns:a16="http://schemas.microsoft.com/office/drawing/2014/main" id="{5F5E34E1-A317-B998-68FF-D1182E72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13" y="785250"/>
            <a:ext cx="2617224" cy="3573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C4AED8-F48F-5FA7-2015-C6E05FA32188}"/>
              </a:ext>
            </a:extLst>
          </p:cNvPr>
          <p:cNvSpPr txBox="1"/>
          <p:nvPr/>
        </p:nvSpPr>
        <p:spPr>
          <a:xfrm>
            <a:off x="4779901" y="3517635"/>
            <a:ext cx="3638294" cy="8260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F5082-A875-5240-3CF1-1715F5B7334A}"/>
              </a:ext>
            </a:extLst>
          </p:cNvPr>
          <p:cNvSpPr txBox="1"/>
          <p:nvPr/>
        </p:nvSpPr>
        <p:spPr>
          <a:xfrm>
            <a:off x="4649992" y="3376586"/>
            <a:ext cx="3703263" cy="85388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76490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Management and Analytics Thesis Defense by Slidesgo">
  <a:themeElements>
    <a:clrScheme name="Simple Light">
      <a:dk1>
        <a:srgbClr val="353552"/>
      </a:dk1>
      <a:lt1>
        <a:srgbClr val="F5F5F5"/>
      </a:lt1>
      <a:dk2>
        <a:srgbClr val="6875A7"/>
      </a:dk2>
      <a:lt2>
        <a:srgbClr val="6ABEC5"/>
      </a:lt2>
      <a:accent1>
        <a:srgbClr val="AFE0D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E3E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Microsoft Office PowerPoint</Application>
  <PresentationFormat>On-screen Show (16:9)</PresentationFormat>
  <Paragraphs>171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Archivo</vt:lpstr>
      <vt:lpstr>Catamaran Light</vt:lpstr>
      <vt:lpstr>Lato</vt:lpstr>
      <vt:lpstr>Arial,Sans-Serif</vt:lpstr>
      <vt:lpstr>Catamaran</vt:lpstr>
      <vt:lpstr>Nunito Light</vt:lpstr>
      <vt:lpstr>Calibri</vt:lpstr>
      <vt:lpstr>Arial</vt:lpstr>
      <vt:lpstr>Business Management and Analytics Thesis Defense by Slidesgo</vt:lpstr>
      <vt:lpstr>Anonymous Bank Customer Retention and Churn Analysis  Data Analytics Project – FI 8090 (Fall 2025)</vt:lpstr>
      <vt:lpstr>Contents</vt:lpstr>
      <vt:lpstr>Purpose</vt:lpstr>
      <vt:lpstr>Data Overview &amp; Preparation</vt:lpstr>
      <vt:lpstr>PowerPoint Presentation</vt:lpstr>
      <vt:lpstr>Hypotheses Testing and Findings</vt:lpstr>
      <vt:lpstr>Model Development - Logistics Regression</vt:lpstr>
      <vt:lpstr>PowerPoint Presentation</vt:lpstr>
      <vt:lpstr>Model Comparison – Predicting Churn</vt:lpstr>
      <vt:lpstr>Model Comparison – Predicting Churn</vt:lpstr>
      <vt:lpstr>Key Churn Drivers and Economic Relevance</vt:lpstr>
      <vt:lpstr>Recommendations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Siddhant Khatiwada</cp:lastModifiedBy>
  <cp:revision>6</cp:revision>
  <dcterms:modified xsi:type="dcterms:W3CDTF">2026-03-23T03:35:37Z</dcterms:modified>
</cp:coreProperties>
</file>